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D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5669280" y="3675888"/>
            <a:ext cx="3291840" cy="10881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140817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Skillを使って、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86384" y="1810512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AIガチャを止めて、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無駄トークンをなくそう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296265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AIに毎回考えさせず、速度と質が安定したアウトプットを気軽につくる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41696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5分LT / 非エンジニア向け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今日話すこと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4944" y="8412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" y="1133856"/>
            <a:ext cx="7726680" cy="786384"/>
          </a:xfrm>
          <a:prstGeom prst="rect">
            <a:avLst/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2801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AIガチャを止めるには、AIにやってもらうことを明確にする。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そのために Skill を使う。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9808" y="235915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241401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43584" y="23408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AIガチャが起きる理由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154680" y="23408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曖昧な依頼のまま、毎回AIに「それっぽく」考えさせている。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808" y="304495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309981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243584" y="30266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何がまずいのか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154680" y="3026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出力がブレる。トークンを使う。文脈が汚れる。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9808" y="373075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3785616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243584" y="37124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Skillで何が変わるのか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154680" y="37124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共通ルールを作業パッケージとして渡し、今回の内容だけを考えさせる。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AIガチャとは何か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6949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曖昧な依頼を出し、期待と違うたびに引き直す状態。</a:t>
            </a:r>
            <a:endParaRPr lang="en-US" sz="1300" dirty="0"/>
          </a:p>
        </p:txBody>
      </p:sp>
      <p:pic>
        <p:nvPicPr>
          <p:cNvPr id="9" name="Image 1" descr="/Users/kazuma/Documents/n2p-pptx-skill/outputs/skill-usage-lt/generated-assets/skill-usage-lt/slide-03/image-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399" y="914400"/>
            <a:ext cx="6271482" cy="35295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4370832"/>
            <a:ext cx="1417320" cy="274320"/>
          </a:xfrm>
          <a:prstGeom prst="roundRect">
            <a:avLst>
              <a:gd name="adj" fmla="val 6667"/>
            </a:avLst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なんとなく依頼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94176" y="4370832"/>
            <a:ext cx="1417320" cy="274320"/>
          </a:xfrm>
          <a:prstGeom prst="roundRect">
            <a:avLst>
              <a:gd name="adj" fmla="val 6667"/>
            </a:avLst>
          </a:prstGeom>
          <a:solidFill>
            <a:srgbClr val="F4F400"/>
          </a:solidFill>
          <a:ln w="12700">
            <a:solidFill>
              <a:srgbClr val="F4F400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94176" y="4407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再生成ループ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565392" y="4370832"/>
            <a:ext cx="1783080" cy="274320"/>
          </a:xfrm>
          <a:prstGeom prst="roundRect">
            <a:avLst>
              <a:gd name="adj" fmla="val 6667"/>
            </a:avLst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65392" y="440740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トークン・文脈の消耗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うまく使えていない状態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6949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問題はAIの能力だけではなく、何を任せるかが曖昧なこと。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6384" y="1078992"/>
            <a:ext cx="2834640" cy="2962656"/>
          </a:xfrm>
          <a:prstGeom prst="rect">
            <a:avLst/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1298448"/>
            <a:ext cx="2240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いい感じにして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057400" y="15544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1783080"/>
            <a:ext cx="2240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なんか違う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57400" y="20391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05840" y="2267712"/>
            <a:ext cx="2240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もう少し普通に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57400" y="25237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05840" y="2752344"/>
            <a:ext cx="2240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今度は弱すぎる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057400" y="300837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" y="3236976"/>
            <a:ext cx="2240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最初の方がよかったかも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60520" y="1060704"/>
            <a:ext cx="0" cy="30175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115214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曖昧なまま依頼すると、AIは毎回「それっぽく」考える。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36592" y="1993392"/>
            <a:ext cx="3474720" cy="1243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前提が固定されない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判断基準が会話ごとに揺れる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人間側が何度も引き直す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最後は出力も文脈も疲れる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36592" y="36576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AIを使っているつもりが、実際にはAIガチャを回している。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AIガチャが起きると何がまずいか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078992"/>
            <a:ext cx="2331720" cy="2798064"/>
          </a:xfrm>
          <a:prstGeom prst="rect">
            <a:avLst/>
          </a:prstGeom>
          <a:solidFill>
            <a:srgbClr val="FCFCFC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1335024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4081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1248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出力が安定しない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263347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見た目、構成、実装方針、言葉が毎回少しずつ変わる。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47288" y="1078992"/>
            <a:ext cx="2331720" cy="2798064"/>
          </a:xfrm>
          <a:prstGeom prst="rect">
            <a:avLst/>
          </a:prstGeom>
          <a:solidFill>
            <a:srgbClr val="E6EBED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30168" y="1335024"/>
            <a:ext cx="384048" cy="384048"/>
          </a:xfrm>
          <a:prstGeom prst="ellipse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0168" y="14081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30168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トークンを無駄に使う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30168" y="263347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やり直しのたびに会話が長くなり、重要でない文脈が増える。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36208" y="1078992"/>
            <a:ext cx="2331720" cy="2798064"/>
          </a:xfrm>
          <a:prstGeom prst="rect">
            <a:avLst/>
          </a:prstGeom>
          <a:solidFill>
            <a:srgbClr val="FCFCFC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19088" y="1335024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19088" y="14081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19088" y="18470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コンテクストが汚れる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19088" y="263347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ボツ案、途中変更、一時的な修正が残り、何を優先すべきか曖昧になる。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13232" y="4169664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単なる時間の問題ではなく、出力の集中力が落ちる問題。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では、どうすればいいか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6949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毎回AIに考えさせない。任せる部分と、任せない部分を分ける。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232" y="1188720"/>
            <a:ext cx="3703320" cy="2615184"/>
          </a:xfrm>
          <a:prstGeom prst="rect">
            <a:avLst/>
          </a:prstGeom>
          <a:solidFill>
            <a:srgbClr val="E6EBED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1188720"/>
            <a:ext cx="73152" cy="26151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344168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毎回変えなくていいもの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77824" y="1691640"/>
            <a:ext cx="3374136" cy="1975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PPTXの色ルール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ロゴの配置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フッターの位置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余白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見出しのスタイル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画像生成の保存場所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リテイク履歴の残し方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4736592" y="1188720"/>
            <a:ext cx="3703320" cy="2615184"/>
          </a:xfrm>
          <a:prstGeom prst="rect">
            <a:avLst/>
          </a:prstGeom>
          <a:solidFill>
            <a:srgbClr val="FCFCFC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36592" y="1188720"/>
            <a:ext cx="73152" cy="2615184"/>
          </a:xfrm>
          <a:prstGeom prst="rect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1184" y="1344168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今回だけ考えるもの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01184" y="1691640"/>
            <a:ext cx="3374136" cy="19751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誰に話すのか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何を伝えるのか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どの素材を使うのか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何ページにするのか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どの主張を残すのか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今回の制約は何か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261104" y="2487168"/>
            <a:ext cx="420624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969264" y="415137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AIの仕事を「ゼロから全部考える」から「決めた型に沿って実行する」へ近づける。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そこで Skill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6949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Skillは、AIに渡す作業パッケージ。長いプロンプトではなく、作業環境を固定する仕組み。</a:t>
            </a:r>
            <a:endParaRPr lang="en-US" sz="1280" dirty="0"/>
          </a:p>
        </p:txBody>
      </p:sp>
      <p:pic>
        <p:nvPicPr>
          <p:cNvPr id="9" name="Image 1" descr="/Users/kazuma/Documents/n2p-pptx-skill/outputs/skill-usage-lt/generated-assets/skill-usage-lt/slide-07/image-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953262"/>
            <a:ext cx="3858768" cy="28940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3232" y="1170432"/>
            <a:ext cx="2286000" cy="82296"/>
          </a:xfrm>
          <a:prstGeom prst="rect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1280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PACKAGE CONTENTS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1248" y="1700784"/>
            <a:ext cx="3154680" cy="21579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作業手順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判断基準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禁止事項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参照資料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素材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補助スクリプト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QAチェックリスト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18304" y="3968496"/>
            <a:ext cx="1920240" cy="274320"/>
          </a:xfrm>
          <a:prstGeom prst="roundRect">
            <a:avLst>
              <a:gd name="adj" fmla="val 6667"/>
            </a:avLst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18304" y="4005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共通ルールを先に渡す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748272" y="3968496"/>
            <a:ext cx="1920240" cy="274320"/>
          </a:xfrm>
          <a:prstGeom prst="roundRect">
            <a:avLst>
              <a:gd name="adj" fmla="val 6667"/>
            </a:avLst>
          </a:prstGeom>
          <a:solidFill>
            <a:srgbClr val="F4F400"/>
          </a:solidFill>
          <a:ln w="12700">
            <a:solidFill>
              <a:srgbClr val="F4F400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48272" y="4005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今回の内容だけ当てはめる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Skillで何が変わるか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13232" y="1078992"/>
            <a:ext cx="3566160" cy="2999232"/>
          </a:xfrm>
          <a:prstGeom prst="rect">
            <a:avLst/>
          </a:prstGeom>
          <a:solidFill>
            <a:srgbClr val="FCFCFC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078992"/>
            <a:ext cx="73152" cy="2999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234440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Before: AIガチャ型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" y="1581912"/>
            <a:ext cx="3236976" cy="2359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「いい感じの提案資料を作って」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「AIっぽくないUIにして」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「シンプルに実装して」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AIは毎回、広すぎる言葉を想像する。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28032" y="1078992"/>
            <a:ext cx="3566160" cy="2999232"/>
          </a:xfrm>
          <a:prstGeom prst="rect">
            <a:avLst/>
          </a:prstGeom>
          <a:solidFill>
            <a:srgbClr val="E6EBED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28032" y="1078992"/>
            <a:ext cx="73152" cy="2999232"/>
          </a:xfrm>
          <a:prstGeom prst="rect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92624" y="1234440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After: Skill活用型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92624" y="1581912"/>
            <a:ext cx="3236976" cy="2359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「n2p-pptx Skillを前提に、PPTXを作ってください」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色、余白、ロゴ、フッター、表記をSkillに従わせる。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70832" y="2578608"/>
            <a:ext cx="34747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2029968" y="43159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雰囲気ではなく、守るべき型を渡す。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今回のSkillの例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58368" y="1005840"/>
            <a:ext cx="3584448" cy="1170432"/>
          </a:xfrm>
          <a:prstGeom prst="rect">
            <a:avLst/>
          </a:prstGeom>
          <a:solidFill>
            <a:srgbClr val="FCFCFC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" y="1005840"/>
            <a:ext cx="73152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16128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n2p PPTX Skill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822960" y="1508760"/>
            <a:ext cx="32552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色、フォント、余白、フッター、ロゴ、企業名表記を固定する。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4727448" y="1005840"/>
            <a:ext cx="3584448" cy="1170432"/>
          </a:xfrm>
          <a:prstGeom prst="rect">
            <a:avLst/>
          </a:prstGeom>
          <a:solidFill>
            <a:srgbClr val="E6EBED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27448" y="1005840"/>
            <a:ext cx="73152" cy="1170432"/>
          </a:xfrm>
          <a:prstGeom prst="rect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116128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n2p Slide Illustration Skill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4892040" y="1508760"/>
            <a:ext cx="32552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入れるスライド、トーン、保存場所、リテイク履歴を管理する。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658368" y="2578608"/>
            <a:ext cx="3584448" cy="1170432"/>
          </a:xfrm>
          <a:prstGeom prst="rect">
            <a:avLst/>
          </a:prstGeom>
          <a:solidFill>
            <a:srgbClr val="FCFCFC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2578608"/>
            <a:ext cx="73152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734056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AIっぽいデザインを避けるSkill</a:t>
            </a:r>
            <a:endParaRPr lang="en-US" sz="1240" dirty="0"/>
          </a:p>
        </p:txBody>
      </p:sp>
      <p:sp>
        <p:nvSpPr>
          <p:cNvPr id="19" name="Text 16"/>
          <p:cNvSpPr/>
          <p:nvPr/>
        </p:nvSpPr>
        <p:spPr>
          <a:xfrm>
            <a:off x="822960" y="3081528"/>
            <a:ext cx="32552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グラデーション、強い影、大きすぎる見出しを避ける。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727448" y="2578608"/>
            <a:ext cx="3584448" cy="1170432"/>
          </a:xfrm>
          <a:prstGeom prst="rect">
            <a:avLst/>
          </a:prstGeom>
          <a:solidFill>
            <a:srgbClr val="FCFCFC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27448" y="2578608"/>
            <a:ext cx="73152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2734056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Tailwind × FLOCSS Skill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4892040" y="3081528"/>
            <a:ext cx="3255264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CSS設計と実装判断を固定し、JSやライブラリを増やしすぎない。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1133856" y="4187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共通ルール = Skill / 今回の内容 = プロンプト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使い方はシンプル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9808" y="932688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0058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71600" y="914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clone / pull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999232" y="914400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Skillを置いたリポジトリを手元に持ち、作業前に最新化する。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41832" y="1325880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17556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371600" y="16642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Skillを選ぶ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99232" y="166420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PPTX、イラスト、UI、HTML/CSSなど、作業に合うSkillを選ぶ。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41832" y="2075688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9808" y="2432304"/>
            <a:ext cx="384048" cy="384048"/>
          </a:xfrm>
          <a:prstGeom prst="ellipse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250545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371600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最初に読ませる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999232" y="2414016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途中ではなく、作業の最初に「このSkill前提」と明示する。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1832" y="2825496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" y="3182112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32552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371600" y="31638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今回の要件だけ足す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999232" y="3163824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対象、ページ数、目的、素材、今回だけの制約を追加する。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41248" y="4187952"/>
            <a:ext cx="7406640" cy="310896"/>
          </a:xfrm>
          <a:prstGeom prst="rect">
            <a:avLst/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4261104"/>
            <a:ext cx="7406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Skillは共通ルール。プロンプトは今回だけの内容。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まず、GitHubからcloneする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69494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チームで共有しているSkillやルールを、作業前に手元へ持ってくる。すでにclone済みならpullで最新化する。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8096" y="1243584"/>
            <a:ext cx="7589520" cy="804672"/>
          </a:xfrm>
          <a:prstGeom prst="rect">
            <a:avLst/>
          </a:prstGeom>
          <a:solidFill>
            <a:srgbClr val="E6EBED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1389888"/>
            <a:ext cx="7260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 git clone https://github.com/n2p-nonameproduce/agent-skills.git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 cd agent-skills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68096" y="2468880"/>
            <a:ext cx="7589520" cy="530352"/>
          </a:xfrm>
          <a:prstGeom prst="rect">
            <a:avLst/>
          </a:prstGeom>
          <a:solidFill>
            <a:srgbClr val="FCFCFC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615184"/>
            <a:ext cx="7260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 git pull origin main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786384" y="3401568"/>
            <a:ext cx="1097280" cy="82296"/>
          </a:xfrm>
          <a:prstGeom prst="rect">
            <a:avLst/>
          </a:prstGeom>
          <a:solidFill>
            <a:srgbClr val="E8E800"/>
          </a:solidFill>
          <a:ln w="12700">
            <a:solidFill>
              <a:srgbClr val="E8E8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35112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14400" y="3767328"/>
            <a:ext cx="73152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Skillは「AIに読ませるルール置き場」と考える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作業のたびに最新版を使うと、チームの判断基準が揃う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 非エンジニアでも、clone済みのフォルダを指定して読ませればよい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69494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最初の依頼で「共通ルール」と「今回の内容」を分けて渡す。これだけで、出力のブレがかなり減る。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3232" y="1152144"/>
            <a:ext cx="3794760" cy="2542032"/>
          </a:xfrm>
          <a:prstGeom prst="rect">
            <a:avLst/>
          </a:prstGeom>
          <a:solidFill>
            <a:srgbClr val="E6EBED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1298448"/>
            <a:ext cx="346557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まず、n2p-pptx Skillを読んでください。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今回の作業では、色・余白・ロゴ・フッター・企業名表記は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すべてSkillのルールを前提にしてください。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入力はこのMarkdownです。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5分LT向けに、13枚前後のPPTXへ要約してください。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736592" y="1152144"/>
            <a:ext cx="3703320" cy="2542032"/>
          </a:xfrm>
          <a:prstGeom prst="rect">
            <a:avLst/>
          </a:prstGeom>
          <a:solidFill>
            <a:srgbClr val="FCFCFC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1184" y="1298448"/>
            <a:ext cx="33741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PPTXを作ったあと、n2p-slide-illustration Skillを読んでください。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理解が速くなるスライドだけを選び、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n2pトーンの生成イラストを追加してください。</a:t>
            </a:r>
            <a:endParaRPr lang="en-US" sz="820" dirty="0"/>
          </a:p>
          <a:p>
            <a:pPr algn="l" indent="0" marL="0">
              <a:buNone/>
            </a:pP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画像内に重要な文字は入れず、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ラベルはPPTX上で編集できるようにしてください。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97280" y="415137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雰囲気の依頼ではなく、守るべき型を先に渡す。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使う・見る・戻す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6949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失敗を毎回チャットで直すのではなく、次の改善材料としてSkillに戻す。</a:t>
            </a:r>
            <a:endParaRPr lang="en-US" sz="1280" dirty="0"/>
          </a:p>
        </p:txBody>
      </p:sp>
      <p:pic>
        <p:nvPicPr>
          <p:cNvPr id="9" name="Image 1" descr="/Users/kazuma/Documents/n2p-pptx-skill/outputs/skill-usage-lt/generated-assets/skill-usage-lt/slide-11/image-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91" y="932688"/>
            <a:ext cx="6044019" cy="34015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05840" y="4334256"/>
            <a:ext cx="1097280" cy="274320"/>
          </a:xfrm>
          <a:prstGeom prst="roundRect">
            <a:avLst>
              <a:gd name="adj" fmla="val 6667"/>
            </a:avLst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05840" y="43708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005072" y="4334256"/>
            <a:ext cx="1325880" cy="274320"/>
          </a:xfrm>
          <a:prstGeom prst="roundRect">
            <a:avLst>
              <a:gd name="adj" fmla="val 6667"/>
            </a:avLst>
          </a:prstGeom>
          <a:solidFill>
            <a:srgbClr val="E6EBED"/>
          </a:solidFill>
          <a:ln w="12700">
            <a:solidFill>
              <a:srgbClr val="E6EBED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005072" y="437083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出力を見る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766560" y="4334256"/>
            <a:ext cx="1417320" cy="274320"/>
          </a:xfrm>
          <a:prstGeom prst="roundRect">
            <a:avLst>
              <a:gd name="adj" fmla="val 6667"/>
            </a:avLst>
          </a:prstGeom>
          <a:solidFill>
            <a:srgbClr val="F4F400"/>
          </a:solidFill>
          <a:ln w="12700">
            <a:solidFill>
              <a:srgbClr val="F4F400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66560" y="43708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Skillに戻す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88720" y="4041648"/>
            <a:ext cx="6720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AIを育てるというより、AIに渡す作業環境を育てる。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" y="320040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128016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" y="4846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3232" y="8412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AIガチャを止めるには、毎回考えなくていいことをSkillにしておく。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1645920"/>
            <a:ext cx="2212848" cy="749808"/>
          </a:xfrm>
          <a:prstGeom prst="rect">
            <a:avLst/>
          </a:prstGeom>
          <a:solidFill>
            <a:srgbClr val="E6EBED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18928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速度が上がる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38728" y="1645920"/>
            <a:ext cx="2212848" cy="749808"/>
          </a:xfrm>
          <a:prstGeom prst="rect">
            <a:avLst/>
          </a:prstGeom>
          <a:solidFill>
            <a:srgbClr val="F4F400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48456" y="18928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品質が安定する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36208" y="1645920"/>
            <a:ext cx="2212848" cy="749808"/>
          </a:xfrm>
          <a:prstGeom prst="rect">
            <a:avLst/>
          </a:prstGeom>
          <a:solidFill>
            <a:srgbClr val="E6EBED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45936" y="189280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やり直しが減る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1248" y="2761488"/>
            <a:ext cx="2944368" cy="749808"/>
          </a:xfrm>
          <a:prstGeom prst="rect">
            <a:avLst/>
          </a:prstGeom>
          <a:solidFill>
            <a:srgbClr val="E6EBED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" y="3008376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トークンを節約できる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538728" y="2761488"/>
            <a:ext cx="2944368" cy="749808"/>
          </a:xfrm>
          <a:prstGeom prst="rect">
            <a:avLst/>
          </a:prstGeom>
          <a:solidFill>
            <a:srgbClr val="E6EBED"/>
          </a:solidFill>
          <a:ln w="8890">
            <a:solidFill>
              <a:srgbClr val="1111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48456" y="3008376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気軽にアウトプットできる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4114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AIの仕事を、ゼロからの生成ではなく、決められた型に沿った実行に近づける。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371600"/>
            <a:ext cx="2743200" cy="905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2816352"/>
            <a:ext cx="681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毎回考えなくていいことを、Skillにしておく。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508760" y="34015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AIに全部考えさせない。それだけで、AIはかなり使いやすくなる。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NONAME Produce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Skillを使って、AIガチャを止めて、無駄トークンをなくそう</dc:title>
  <dc:subject>Skill usage LT</dc:subject>
  <dc:creator>NONAME Produce</dc:creator>
  <cp:lastModifiedBy>NONAME Produce</cp:lastModifiedBy>
  <cp:revision>1</cp:revision>
  <dcterms:created xsi:type="dcterms:W3CDTF">2026-05-14T08:40:13Z</dcterms:created>
  <dcterms:modified xsi:type="dcterms:W3CDTF">2026-05-14T08:40:13Z</dcterms:modified>
</cp:coreProperties>
</file>