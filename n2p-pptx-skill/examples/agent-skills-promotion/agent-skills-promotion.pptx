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2p-nonameproduce/agent-skills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D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whit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5669280" y="3657600"/>
            <a:ext cx="347472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14173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agent-skills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利用促進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60120" y="2578608"/>
            <a:ext cx="1280160" cy="0"/>
          </a:xfrm>
          <a:prstGeom prst="line">
            <a:avLst/>
          </a:prstGeom>
          <a:noFill/>
          <a:ln w="38100">
            <a:solidFill>
              <a:srgbClr val="E8E8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27889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AIモックを、ポン出しに見えない提案材料へ。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4370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2026.05.07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本日の流れ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9144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43000" y="1014984"/>
            <a:ext cx="411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91640" y="8869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ポン出しは、もう差別化にならない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1572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43000" y="1673352"/>
            <a:ext cx="411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1640" y="15453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ポン出し感が、提案の信頼を下げる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22311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143000" y="2331720"/>
            <a:ext cx="411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91640" y="220370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中途半端な装飾は、誤解を生む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28895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143000" y="2990088"/>
            <a:ext cx="411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91640" y="28620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感覚の指示を、共通ルールに変える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" y="3547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143000" y="3648456"/>
            <a:ext cx="411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91640" y="35204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agent-skills の役割と使い方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7D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261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713232" y="1664208"/>
            <a:ext cx="914400" cy="0"/>
          </a:xfrm>
          <a:prstGeom prst="line">
            <a:avLst/>
          </a:prstGeom>
          <a:noFill/>
          <a:ln w="38100">
            <a:solidFill>
              <a:srgbClr val="E8E8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93852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ポン出しは、もう差別化にならない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速さだけでは、提案の深さは伝わりにくい。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ポン出しは、もう差別化にならない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AIモックは誰でも作れる。だから、そのまま出すだけでは提案になりにくい。</a:t>
            </a:r>
            <a:endParaRPr lang="en-US" sz="1600" dirty="0"/>
          </a:p>
        </p:txBody>
      </p:sp>
      <p:pic>
        <p:nvPicPr>
          <p:cNvPr id="9" name="Image 1" descr="/Users/kazuma/Documents/n2p-pptx-skill/examples/agent-skills-promotion/generated-assets/slide-04/image-v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78992"/>
            <a:ext cx="658368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速い出力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977640" y="14813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案件理解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910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提案材料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51560" y="448056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AIを使う前提で、ポン出しに見えないモックにする。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ポン出し感が、提案の信頼を下げる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見た目は整っている。でも、提案としての意図が薄く見える。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166420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どこかで見たことがある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2194560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案件らしさよりAIっぽさが目立つ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724912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「これで考えてきたの？」と思われる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3255264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情報設計より見た目に話が寄る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166360" y="1325880"/>
            <a:ext cx="3246120" cy="2514600"/>
          </a:xfrm>
          <a:prstGeom prst="rect">
            <a:avLst/>
          </a:prstGeom>
          <a:solidFill>
            <a:srgbClr val="E6EBE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40680" y="1645920"/>
            <a:ext cx="457200" cy="164592"/>
          </a:xfrm>
          <a:prstGeom prst="rect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18379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40680" y="1993392"/>
            <a:ext cx="25146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大きすぎる日本語見出し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中央の大きなカード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強いグラデーション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過剰なシャドウ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なんとなく入ったアニメーション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40680" y="34564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話したい論点が、表面の見た目に引っ張られる。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中途半端な装飾は、誤解を生む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「このデザインで進むんですか？」が、構成議論をズラしてしまう。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1389888"/>
            <a:ext cx="2011680" cy="420624"/>
          </a:xfrm>
          <a:prstGeom prst="rect">
            <a:avLst/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1554480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本来見てほしいこと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6384" y="207568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情報の順番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" y="245973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0976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導線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" y="2843784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" y="2779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画面構成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86384" y="3227832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3163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迷わず使えるか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" y="3611880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社内で説明しやすいか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401568" y="2606040"/>
            <a:ext cx="96012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956048" y="1389888"/>
            <a:ext cx="2240280" cy="420624"/>
          </a:xfrm>
          <a:prstGeom prst="rect">
            <a:avLst/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57216" y="1554480"/>
            <a:ext cx="1837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誤解されやすいこと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074920" y="207568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39512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このグラデーションで進むのか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74920" y="2514600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9512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このシャドウが完成形か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74920" y="2953512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39512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このカードUIが本番か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74920" y="3392424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39512" y="3328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後工程で作り直しが増える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14400" y="4069080"/>
            <a:ext cx="7223760" cy="73152"/>
          </a:xfrm>
          <a:prstGeom prst="rect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37490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提案時のモックは、完成デザインではなく判断材料。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7D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261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713232" y="1664208"/>
            <a:ext cx="914400" cy="0"/>
          </a:xfrm>
          <a:prstGeom prst="line">
            <a:avLst/>
          </a:prstGeom>
          <a:noFill/>
          <a:ln w="38100">
            <a:solidFill>
              <a:srgbClr val="E8E8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93852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感覚の修正を、共通ルールへ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毎回の後処理を、最初に渡す前提に変える。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毎回、同じ修正をしていないか？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同じ指摘が続くなら、それはレビューではなく事故の後処理。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3337560" cy="38404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508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もっと普通に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0" y="1417320"/>
            <a:ext cx="3337560" cy="38404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1508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AIっぽさを消して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2075688"/>
            <a:ext cx="3337560" cy="384048"/>
          </a:xfrm>
          <a:prstGeom prst="rect">
            <a:avLst/>
          </a:prstGeom>
          <a:solidFill>
            <a:srgbClr val="E6EBED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21671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見出しが大きすぎる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0" y="2075688"/>
            <a:ext cx="3337560" cy="384048"/>
          </a:xfrm>
          <a:prstGeom prst="rect">
            <a:avLst/>
          </a:prstGeom>
          <a:solidFill>
            <a:srgbClr val="E6EBED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6592" y="21671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シャドウを弱くして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5800" y="2734056"/>
            <a:ext cx="3337560" cy="38404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" y="28254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グラデーションいらない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0" y="2734056"/>
            <a:ext cx="3337560" cy="38404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592" y="28254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実装を軽くして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5800" y="3392424"/>
            <a:ext cx="3337560" cy="38404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" y="34838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本番で使いにくそう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51560" y="41605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「もっと普通に」は、人にもAIにも曖昧。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感覚での指示を、共通ルールに変える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完璧なデザインをAIに作らせるのではなく、判断基準を先に渡す。</a:t>
            </a:r>
            <a:endParaRPr lang="en-US" sz="1600" dirty="0"/>
          </a:p>
        </p:txBody>
      </p:sp>
      <p:pic>
        <p:nvPicPr>
          <p:cNvPr id="9" name="Image 1" descr="/Users/kazuma/Documents/n2p-pptx-skill/examples/agent-skills-promotion/generated-assets/slide-09/image-v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261872"/>
            <a:ext cx="6400800" cy="3602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1572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感覚指示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86784" y="1700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言語化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263640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共通ルール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60120" y="44074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言語化すると、AIへの依頼もレビュー観点も揃う。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7D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261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713232" y="1664208"/>
            <a:ext cx="914400" cy="0"/>
          </a:xfrm>
          <a:prstGeom prst="line">
            <a:avLst/>
          </a:prstGeom>
          <a:noFill/>
          <a:ln w="38100">
            <a:solidFill>
              <a:srgbClr val="E8E8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93852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agent-skills を使う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チーム共通のルールを、AIへの依頼文に入れる。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agent-skillsとは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AIに渡す、チーム共通のルール集。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14173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685800" y="17007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github.com/n2p-.../agent-skills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2331720"/>
            <a:ext cx="2377440" cy="1078992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" y="24597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2104" y="2752344"/>
            <a:ext cx="329184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07592" y="244144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AIっぽいUIを避けるルール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07592" y="2834640"/>
            <a:ext cx="160934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見た目の癖を抑え、提案意図が伝わるモックに寄せる。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37560" y="2331720"/>
            <a:ext cx="2377440" cy="1078992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83864" y="24597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83864" y="2752344"/>
            <a:ext cx="329184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59352" y="244144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実装を軽くするルール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59352" y="2834640"/>
            <a:ext cx="160934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TailwindやFLOCSS、JavaScriptを増やしすぎない判断基準を渡す。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89320" y="2331720"/>
            <a:ext cx="2377440" cy="1078992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35624" y="24597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35624" y="2752344"/>
            <a:ext cx="329184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11112" y="244144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AIに貼る指示テンプレート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11112" y="2834640"/>
            <a:ext cx="160934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毎回ゼロから依頼文を考えず、案件要件を足すだけにする。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6868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エンジニアだけでなく、ディレクターがモック依頼前に使うための土台。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使い方は、まず貼るだけでいい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最初から完璧に運用しなくていい。次の依頼で1回貼ってみる。</a:t>
            </a:r>
            <a:endParaRPr lang="en-US" sz="1600" dirty="0"/>
          </a:p>
        </p:txBody>
      </p:sp>
      <p:pic>
        <p:nvPicPr>
          <p:cNvPr id="9" name="Image 1" descr="/Users/kazuma/Documents/n2p-pptx-skill/examples/agent-skills-promotion/generated-assets/slide-12/image-v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25296"/>
            <a:ext cx="6217920" cy="35021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4208" y="1572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096512" y="15179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91072" y="15727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AI依頼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429000" y="39502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63440" y="39502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まとめ：AIを使うほど、最初のルールが効く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AIモックを個人技ではなく、チームで使える制作基盤にする。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148132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ポン出しは、もう差別化にならない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189280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ポン出ししてきた感は、提案の信頼を下げる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230428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中途半端な装飾は、誤解を生む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271576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2651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感覚指示は、共通ルールに変えられる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312724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063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agent-skills は、そのための土台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77240" y="353872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まずは次のモック依頼で1回使う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715000" y="1417320"/>
            <a:ext cx="2423160" cy="2194560"/>
          </a:xfrm>
          <a:prstGeom prst="rect">
            <a:avLst/>
          </a:prstGeom>
          <a:solidFill>
            <a:srgbClr val="E6EBE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177393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戻す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263640" y="2907792"/>
            <a:ext cx="1325880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9320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テンプレートを貼る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出力を見る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足りないところをルールに戻す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828800"/>
            <a:ext cx="2743200" cy="905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NONAME Produce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agent-skills 利用促進</dc:title>
  <dc:subject>agent-skills 利用促進</dc:subject>
  <dc:creator>NONAME Produce</dc:creator>
  <cp:lastModifiedBy>NONAME Produce</cp:lastModifiedBy>
  <cp:revision>1</cp:revision>
  <dcterms:created xsi:type="dcterms:W3CDTF">2026-05-10T13:31:47Z</dcterms:created>
  <dcterms:modified xsi:type="dcterms:W3CDTF">2026-05-10T13:31:47Z</dcterms:modified>
</cp:coreProperties>
</file>