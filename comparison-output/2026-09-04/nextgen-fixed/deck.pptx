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notesMasterIdLst>
    <p:notesMasterId r:id="rId28"/>
  </p:notesMasterIdLst>
  <p:sldIdLst>
    <p:sldId id="273" r:id="rId27"/>
    <p:sldId id="274" r:id="rId29"/>
    <p:sldId id="275" r:id="rId30"/>
    <p:sldId id="276" r:id="rId31"/>
    <p:sldId id="277" r:id="rId32"/>
    <p:sldId id="278" r:id="rId33"/>
    <p:sldId id="279" r:id="rId34"/>
    <p:sldId id="280" r:id="rId35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U-01-0001 | brief.md | SlideHarness Next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U-01-0002 | brief.md | SlideHarness Next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U-01-0003 | brief.md | SlideHarness Next &gt; 現状の課題</a:t>
            </a:r>
          </a:p>
          <a:p>
            <a:r>
              <a:t>- U-01-0004 | brief.md | SlideHarness Next &gt; 現状の課題</a:t>
            </a:r>
          </a:p>
          <a:p>
            <a:r>
              <a:t>- U-01-0005 | brief.md | SlideHarness Next &gt; 現状の課題</a:t>
            </a:r>
          </a:p>
          <a:p>
            <a:r>
              <a:t>- U-01-0006 | brief.md | SlideHarness Next &gt; 現状の課題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U-01-0007 | brief.md | SlideHarness Next &gt; 提案する仕組み</a:t>
            </a:r>
          </a:p>
          <a:p>
            <a:r>
              <a:t>- U-01-0008 | brief.md | SlideHarness Next &gt; 提案する仕組み</a:t>
            </a:r>
          </a:p>
          <a:p>
            <a:r>
              <a:t>- U-01-0009 | brief.md | SlideHarness Next &gt; 提案する仕組み</a:t>
            </a:r>
          </a:p>
          <a:p>
            <a:r>
              <a:t>- U-01-0010 | brief.md | SlideHarness Next &gt; 提案する仕組み</a:t>
            </a:r>
          </a:p>
          <a:p>
            <a:r>
              <a:t>- U-01-0011 | brief.md | SlideHarness Next &gt; 提案する仕組み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U-01-0012 | brief.md | SlideHarness Next &gt; 生成フロー</a:t>
            </a:r>
          </a:p>
          <a:p>
            <a:r>
              <a:t>- U-01-0013 | brief.md | SlideHarness Next &gt; 生成フロー</a:t>
            </a:r>
          </a:p>
          <a:p>
            <a:r>
              <a:t>- U-01-0014 | brief.md | SlideHarness Next &gt; 生成フロー</a:t>
            </a:r>
          </a:p>
          <a:p>
            <a:r>
              <a:t>- U-01-0015 | brief.md | SlideHarness Next &gt; 生成フロー</a:t>
            </a:r>
          </a:p>
          <a:p>
            <a:r>
              <a:t>- U-01-0016 | brief.md | SlideHarness Next &gt; 生成フロー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U-01-0017 | brief.md | SlideHarness Next &gt; 品質条件</a:t>
            </a:r>
          </a:p>
          <a:p>
            <a:r>
              <a:t>- U-01-0018 | brief.md | SlideHarness Next &gt; 品質条件</a:t>
            </a:r>
          </a:p>
          <a:p>
            <a:r>
              <a:t>- U-01-0019 | brief.md | SlideHarness Next &gt; 品質条件</a:t>
            </a:r>
          </a:p>
          <a:p>
            <a:r>
              <a:t>- U-01-0020 | brief.md | SlideHarness Next &gt; 品質条件</a:t>
            </a:r>
          </a:p>
          <a:p>
            <a:r>
              <a:t>- U-01-0021 | brief.md | SlideHarness Next &gt; 品質条件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U-01-0022 | brief.md | SlideHarness Next &gt; 対応する入力形式</a:t>
            </a:r>
          </a:p>
          <a:p>
            <a:r>
              <a:t>- U-01-0023 | brief.md | SlideHarness Next &gt; 対応する入力形式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U-01-0024 | brief.md | SlideHarness Next &gt; 次のステップ</a:t>
            </a:r>
          </a:p>
          <a:p>
            <a:r>
              <a:t>- U-01-0025 | brief.md | SlideHarness Next &gt; 次のステップ</a:t>
            </a:r>
          </a:p>
          <a:p>
            <a:r>
              <a:t>- U-01-0026 | brief.md | SlideHarness Next &gt; 次のステップ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1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5.png"/><Relationship Id="rId4" Type="http://schemas.openxmlformats.org/officeDocument/2006/relationships/image" Target="../media/image91.png"/><Relationship Id="rId5" Type="http://schemas.openxmlformats.org/officeDocument/2006/relationships/image" Target="../media/image11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11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5.png"/><Relationship Id="rId4" Type="http://schemas.openxmlformats.org/officeDocument/2006/relationships/image" Target="../media/image91.png"/><Relationship Id="rId5" Type="http://schemas.openxmlformats.org/officeDocument/2006/relationships/image" Target="../media/image11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15.png"/><Relationship Id="rId6" Type="http://schemas.openxmlformats.org/officeDocument/2006/relationships/image" Target="../media/image66.png"/><Relationship Id="rId7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notesSlide" Target="../notesSlides/notesSlide8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1:0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SHN_CONTENT:S001:SOURCE_COMPONENT:1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SHN_CONTENT:S001:source-title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 wrap="square">
            <a:noAutofit/>
          </a:bodyPr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SlideHarness Next</a:t>
            </a:r>
          </a:p>
        </p:txBody>
      </p:sp>
      <p:sp>
        <p:nvSpPr>
          <p:cNvPr name="SHN_SOURCE_CLEARED:S001:4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SOURCE_CHROME:S001:5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SHN_CONTENT:S001:SOURCE_COMPONENT:6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CONTENT:S001:SOURCE_COMPONENT:7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SHN_CONTENT:S001:source-message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1:10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1:12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2"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2:0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1861800" y="-4203700"/>
            <a:ext cx="19380200" cy="11518900"/>
          </a:xfrm>
          <a:prstGeom prst="rect">
            <a:avLst/>
          </a:prstGeom>
        </p:spPr>
      </p:pic>
      <p:pic>
        <p:nvPicPr>
          <p:cNvPr name="SHN_SOURCE_CHROME:S002:1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20980400" y="8991600"/>
            <a:ext cx="4330700" cy="1892300"/>
          </a:xfrm>
          <a:prstGeom prst="rect">
            <a:avLst/>
          </a:prstGeom>
        </p:spPr>
      </p:pic>
      <p:sp>
        <p:nvSpPr>
          <p:cNvPr name="SHN_SOURCE_CLEARED:S002:2" id="4"/>
          <p:cNvSpPr txBox="true"/>
          <p:nvPr/>
        </p:nvSpPr>
        <p:spPr>
          <a:xfrm rot="0">
            <a:off x="10985500" y="5168900"/>
            <a:ext cx="2425700" cy="1981200"/>
          </a:xfrm>
          <a:prstGeom prst="rect">
            <a:avLst/>
          </a:prstGeom>
        </p:spPr>
        <p:txBody>
          <a:bodyPr anchor="t" rtlCol="false" lIns="0" tIns="209083" rIns="0" bIns="0" wrap="square">
            <a:noAutofit/>
          </a:bodyPr>
          <a:lstStyle/>
          <a:p>
            <a:pPr algn="ctr" lvl="0">
              <a:lnSpc>
                <a:spcPct val="91299"/>
              </a:lnSpc>
            </a:pPr>
            <a:r>
              <a:rPr lang="en-US" sz="10975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/>
            </a:r>
          </a:p>
        </p:txBody>
      </p:sp>
      <p:sp>
        <p:nvSpPr>
          <p:cNvPr name="SHN_CONTENT:S002:source-title" id="5"/>
          <p:cNvSpPr txBox="true"/>
          <p:nvPr/>
        </p:nvSpPr>
        <p:spPr>
          <a:xfrm rot="0">
            <a:off x="6400800" y="7099300"/>
            <a:ext cx="11595100" cy="1130300"/>
          </a:xfrm>
          <a:prstGeom prst="rect">
            <a:avLst/>
          </a:prstGeom>
        </p:spPr>
        <p:txBody>
          <a:bodyPr anchor="t" rtlCol="false" lIns="0" tIns="786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96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概要</a:t>
            </a:r>
          </a:p>
        </p:txBody>
      </p:sp>
      <p:sp>
        <p:nvSpPr>
          <p:cNvPr name="SHN_CONTENT:S002:source-message" id="6"/>
          <p:cNvSpPr txBox="true"/>
          <p:nvPr/>
        </p:nvSpPr>
        <p:spPr>
          <a:xfrm rot="0">
            <a:off x="7188200" y="8369300"/>
            <a:ext cx="10007600" cy="596900"/>
          </a:xfrm>
          <a:prstGeom prst="rect">
            <a:avLst/>
          </a:prstGeom>
        </p:spPr>
        <p:txBody>
          <a:bodyPr anchor="t" rtlCol="false" lIns="0" tIns="4064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任意のPowerPointテンプレートと原稿から、まとまりのある編集可能な提案資料を生成します。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3:0" id="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3:SOURCE_COMPONENT:1" id="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3149600"/>
            <a:ext cx="5715000" cy="7239000"/>
          </a:xfrm>
          <a:prstGeom prst="rect">
            <a:avLst/>
          </a:prstGeom>
          <a:effectLst/>
        </p:spPr>
      </p:pic>
      <p:pic>
        <p:nvPicPr>
          <p:cNvPr name="SHN_CONTENT:S003:SOURCE_COMPONENT:2" id="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283700" y="3149600"/>
            <a:ext cx="5715000" cy="7239000"/>
          </a:xfrm>
          <a:prstGeom prst="rect">
            <a:avLst/>
          </a:prstGeom>
          <a:effectLst/>
        </p:spPr>
      </p:pic>
      <p:pic>
        <p:nvPicPr>
          <p:cNvPr name="SHN_CONTENT:S003:SOURCE_COMPONENT:3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256000" y="3149600"/>
            <a:ext cx="5715000" cy="7239000"/>
          </a:xfrm>
          <a:prstGeom prst="rect">
            <a:avLst/>
          </a:prstGeom>
          <a:effectLst/>
        </p:spPr>
      </p:pic>
      <p:pic>
        <p:nvPicPr>
          <p:cNvPr name="SHN_SOURCE_CHROME:S003:4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56600" y="6756400"/>
            <a:ext cx="800100" cy="330200"/>
          </a:xfrm>
          <a:prstGeom prst="rect">
            <a:avLst/>
          </a:prstGeom>
        </p:spPr>
      </p:pic>
      <p:pic>
        <p:nvPicPr>
          <p:cNvPr name="SHN_SOURCE_CHROME:S003:5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5201900" y="6756400"/>
            <a:ext cx="800100" cy="330200"/>
          </a:xfrm>
          <a:prstGeom prst="rect">
            <a:avLst/>
          </a:prstGeom>
        </p:spPr>
      </p:pic>
      <p:pic>
        <p:nvPicPr>
          <p:cNvPr name="SHN_SOURCE_CHROME:S003:6" id="8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9321800" y="5651500"/>
            <a:ext cx="5626100" cy="63500"/>
          </a:xfrm>
          <a:prstGeom prst="rect">
            <a:avLst/>
          </a:prstGeom>
        </p:spPr>
      </p:pic>
      <p:sp>
        <p:nvSpPr>
          <p:cNvPr name="SHN_CONTENT:S003:source-item-2-heading" id="9"/>
          <p:cNvSpPr txBox="true"/>
          <p:nvPr/>
        </p:nvSpPr>
        <p:spPr>
          <a:xfrm rot="0">
            <a:off x="9944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1ページの情報量</a:t>
            </a:r>
          </a:p>
        </p:txBody>
      </p:sp>
      <p:sp>
        <p:nvSpPr>
          <p:cNvPr name="SHN_CONTENT:S003:source-item-2-number" id="10"/>
          <p:cNvSpPr txBox="true"/>
          <p:nvPr/>
        </p:nvSpPr>
        <p:spPr>
          <a:xfrm rot="0">
            <a:off x="99441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  <p:sp>
        <p:nvSpPr>
          <p:cNvPr name="SHN_CONTENT:S003:source-item-2-body" id="11"/>
          <p:cNvSpPr txBox="true"/>
          <p:nvPr/>
        </p:nvSpPr>
        <p:spPr>
          <a:xfrm rot="0">
            <a:off x="99441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1ページの情報量が少なすぎると、意味のない空白や巨大なカードが残ります。</a:t>
            </a:r>
          </a:p>
        </p:txBody>
      </p:sp>
      <p:sp>
        <p:nvSpPr>
          <p:cNvPr name="SHN_SOURCE_CLEARED:S003:10" id="12"/>
          <p:cNvSpPr txBox="true"/>
          <p:nvPr/>
        </p:nvSpPr>
        <p:spPr>
          <a:xfrm rot="0">
            <a:off x="99441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3:11" id="13"/>
          <p:cNvSpPr txBox="true"/>
          <p:nvPr/>
        </p:nvSpPr>
        <p:spPr>
          <a:xfrm rot="0">
            <a:off x="99441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3:SOURCE_COMPONENT:12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106400" y="3924300"/>
            <a:ext cx="1371600" cy="1371600"/>
          </a:xfrm>
          <a:prstGeom prst="rect">
            <a:avLst/>
          </a:prstGeom>
        </p:spPr>
      </p:pic>
      <p:pic>
        <p:nvPicPr>
          <p:cNvPr name="SHN_CONTENT:S003:SOURCE_COMPONENT:13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71500" y="4089400"/>
            <a:ext cx="1041400" cy="1041400"/>
          </a:xfrm>
          <a:prstGeom prst="rect">
            <a:avLst/>
          </a:prstGeom>
        </p:spPr>
      </p:pic>
      <p:pic>
        <p:nvPicPr>
          <p:cNvPr name="SHN_SOURCE_CHROME:S003:14" id="16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16306800" y="5651500"/>
            <a:ext cx="5626100" cy="63500"/>
          </a:xfrm>
          <a:prstGeom prst="rect">
            <a:avLst/>
          </a:prstGeom>
        </p:spPr>
      </p:pic>
      <p:sp>
        <p:nvSpPr>
          <p:cNvPr name="SHN_CONTENT:S003:source-item-3-heading" id="17"/>
          <p:cNvSpPr txBox="true"/>
          <p:nvPr/>
        </p:nvSpPr>
        <p:spPr>
          <a:xfrm rot="0">
            <a:off x="16929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グラフやフロー図を画像化すると</a:t>
            </a:r>
          </a:p>
        </p:txBody>
      </p:sp>
      <p:sp>
        <p:nvSpPr>
          <p:cNvPr name="SHN_CONTENT:S003:source-item-3-number" id="18"/>
          <p:cNvSpPr txBox="true"/>
          <p:nvPr/>
        </p:nvSpPr>
        <p:spPr>
          <a:xfrm rot="0">
            <a:off x="169164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sp>
        <p:nvSpPr>
          <p:cNvPr name="SHN_CONTENT:S003:source-item-3-body" id="19"/>
          <p:cNvSpPr txBox="true"/>
          <p:nvPr/>
        </p:nvSpPr>
        <p:spPr>
          <a:xfrm rot="0">
            <a:off x="169164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グラフやフロー図を画像化すると、PowerPoint上で数値やラベルを修正できません。</a:t>
            </a:r>
          </a:p>
        </p:txBody>
      </p:sp>
      <p:sp>
        <p:nvSpPr>
          <p:cNvPr name="SHN_SOURCE_CLEARED:S003:18" id="20"/>
          <p:cNvSpPr txBox="true"/>
          <p:nvPr/>
        </p:nvSpPr>
        <p:spPr>
          <a:xfrm rot="0">
            <a:off x="169164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3:19" id="21"/>
          <p:cNvSpPr txBox="true"/>
          <p:nvPr/>
        </p:nvSpPr>
        <p:spPr>
          <a:xfrm rot="0">
            <a:off x="169164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3:SOURCE_COMPONENT:20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078700" y="3924300"/>
            <a:ext cx="1371600" cy="1371600"/>
          </a:xfrm>
          <a:prstGeom prst="rect">
            <a:avLst/>
          </a:prstGeom>
        </p:spPr>
      </p:pic>
      <p:pic>
        <p:nvPicPr>
          <p:cNvPr name="SHN_CONTENT:S003:SOURCE_COMPONENT:21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231100" y="4089400"/>
            <a:ext cx="1054100" cy="1054100"/>
          </a:xfrm>
          <a:prstGeom prst="rect">
            <a:avLst/>
          </a:prstGeom>
        </p:spPr>
      </p:pic>
      <p:pic>
        <p:nvPicPr>
          <p:cNvPr name="SHN_SOURCE_CHROME:S003:22" id="24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2451100" y="5651500"/>
            <a:ext cx="5626100" cy="63500"/>
          </a:xfrm>
          <a:prstGeom prst="rect">
            <a:avLst/>
          </a:prstGeom>
        </p:spPr>
      </p:pic>
      <p:sp>
        <p:nvSpPr>
          <p:cNvPr name="SHN_CONTENT:S003:source-item-1-heading" id="25"/>
          <p:cNvSpPr txBox="true"/>
          <p:nvPr/>
        </p:nvSpPr>
        <p:spPr>
          <a:xfrm rot="0">
            <a:off x="3086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テンプレートを使っても</a:t>
            </a:r>
          </a:p>
        </p:txBody>
      </p:sp>
      <p:sp>
        <p:nvSpPr>
          <p:cNvPr name="SHN_CONTENT:S003:source-item-1-number" id="26"/>
          <p:cNvSpPr txBox="true"/>
          <p:nvPr/>
        </p:nvSpPr>
        <p:spPr>
          <a:xfrm rot="0">
            <a:off x="30734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name="SHN_CONTENT:S003:source-item-1-body" id="27"/>
          <p:cNvSpPr txBox="true"/>
          <p:nvPr/>
        </p:nvSpPr>
        <p:spPr>
          <a:xfrm rot="0">
            <a:off x="30734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テンプレートを使っても、完成スライド上の装飾が失われることがあります。</a:t>
            </a:r>
          </a:p>
        </p:txBody>
      </p:sp>
      <p:sp>
        <p:nvSpPr>
          <p:cNvPr name="SHN_SOURCE_CLEARED:S003:26" id="28"/>
          <p:cNvSpPr txBox="true"/>
          <p:nvPr/>
        </p:nvSpPr>
        <p:spPr>
          <a:xfrm rot="0">
            <a:off x="30734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3:27" id="29"/>
          <p:cNvSpPr txBox="true"/>
          <p:nvPr/>
        </p:nvSpPr>
        <p:spPr>
          <a:xfrm rot="0">
            <a:off x="30734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3:SOURCE_COMPONENT:28" id="3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35700" y="3924300"/>
            <a:ext cx="1371600" cy="1371600"/>
          </a:xfrm>
          <a:prstGeom prst="rect">
            <a:avLst/>
          </a:prstGeom>
        </p:spPr>
      </p:pic>
      <p:pic>
        <p:nvPicPr>
          <p:cNvPr name="SHN_CONTENT:S003:SOURCE_COMPONENT:29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00800" y="4089400"/>
            <a:ext cx="1041400" cy="1041400"/>
          </a:xfrm>
          <a:prstGeom prst="rect">
            <a:avLst/>
          </a:prstGeom>
        </p:spPr>
      </p:pic>
      <p:sp>
        <p:nvSpPr>
          <p:cNvPr name="SHN_CONTENT:S003:source-title" id="32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現状の課題</a:t>
            </a:r>
          </a:p>
        </p:txBody>
      </p:sp>
      <p:sp>
        <p:nvSpPr>
          <p:cNvPr name="SHN_CONTENT:S003:source-message" id="33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テンプレートを使っても、完成スライド上の装飾が失われることがあります。</a:t>
            </a:r>
          </a:p>
        </p:txBody>
      </p:sp>
      <p:sp>
        <p:nvSpPr>
          <p:cNvPr name="SHN_CONTENT:S003:source-page-number" id="34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pic>
        <p:nvPicPr>
          <p:cNvPr name="SHN_SOURCE_CHROME:S003:33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3:34" id="36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SHN_SOURCE_CLEARED:S003:36" id="38"/>
          <p:cNvSpPr txBox="true"/>
          <p:nvPr/>
        </p:nvSpPr>
        <p:spPr>
          <a:xfrm rot="0">
            <a:off x="5435600" y="11188700"/>
            <a:ext cx="135001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20350"/>
              </a:lnSpc>
            </a:pPr>
            <a:r>
              <a:rPr lang="en-US" sz="2363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4:0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4:SOURCE_COMPONENT:1" id="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2-body" id="4"/>
          <p:cNvSpPr txBox="true"/>
          <p:nvPr/>
        </p:nvSpPr>
        <p:spPr>
          <a:xfrm rot="0">
            <a:off x="179451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原稿を主張、根拠、数値、条件、注意事項へ分類します。</a:t>
            </a:r>
          </a:p>
        </p:txBody>
      </p:sp>
      <p:pic>
        <p:nvPicPr>
          <p:cNvPr name="SHN_SOURCE_CHROME:S004:3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4381500"/>
            <a:ext cx="419100" cy="419100"/>
          </a:xfrm>
          <a:prstGeom prst="rect">
            <a:avLst/>
          </a:prstGeom>
        </p:spPr>
      </p:pic>
      <p:sp>
        <p:nvSpPr>
          <p:cNvPr name="SHN_CONTENT:S004:source-item-2-heading" id="6"/>
          <p:cNvSpPr txBox="true"/>
          <p:nvPr/>
        </p:nvSpPr>
        <p:spPr>
          <a:xfrm rot="0">
            <a:off x="188595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原稿を主張</a:t>
            </a:r>
          </a:p>
        </p:txBody>
      </p:sp>
      <p:sp>
        <p:nvSpPr>
          <p:cNvPr name="SHN_CONTENT:S004:source-item-2-number" id="7"/>
          <p:cNvSpPr txBox="true"/>
          <p:nvPr/>
        </p:nvSpPr>
        <p:spPr>
          <a:xfrm rot="0">
            <a:off x="196723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02</a:t>
            </a:r>
          </a:p>
        </p:txBody>
      </p:sp>
      <p:pic>
        <p:nvPicPr>
          <p:cNvPr name="SHN_CONTENT:S004:SOURCE_COMPONENT:6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230100" y="3657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4:SOURCE_COMPONENT:7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8153400" y="7721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4:SOURCE_COMPONENT:8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38200" y="5092700"/>
            <a:ext cx="1257300" cy="1257300"/>
          </a:xfrm>
          <a:prstGeom prst="rect">
            <a:avLst/>
          </a:prstGeom>
        </p:spPr>
      </p:pic>
      <p:pic>
        <p:nvPicPr>
          <p:cNvPr name="SHN_CONTENT:S004:SOURCE_COMPONENT:9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50400" y="8991600"/>
            <a:ext cx="1333500" cy="1333500"/>
          </a:xfrm>
          <a:prstGeom prst="rect">
            <a:avLst/>
          </a:prstGeom>
        </p:spPr>
      </p:pic>
      <p:sp>
        <p:nvSpPr>
          <p:cNvPr name="SHN_CONTENT:S004:source-title" id="1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提案する仕組み</a:t>
            </a:r>
          </a:p>
        </p:txBody>
      </p:sp>
      <p:sp>
        <p:nvSpPr>
          <p:cNvPr name="SHN_CONTENT:S004:source-message" id="1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テンプレートをTokens、Chrome、Components、Pattern Evidenceへ分解します。</a:t>
            </a:r>
          </a:p>
        </p:txBody>
      </p:sp>
      <p:sp>
        <p:nvSpPr>
          <p:cNvPr name="SHN_CONTENT:S004:source-page-number" id="1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04</a:t>
            </a:r>
          </a:p>
        </p:txBody>
      </p:sp>
      <p:pic>
        <p:nvPicPr>
          <p:cNvPr name="SHN_SOURCE_CHROME:S004:13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4:14" id="1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CONTENT:S004:SOURCE_COMPONENT:15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1-body" id="20"/>
          <p:cNvSpPr txBox="true"/>
          <p:nvPr/>
        </p:nvSpPr>
        <p:spPr>
          <a:xfrm rot="0">
            <a:off x="24003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テンプレートをTokens、Chrome、Components、Pattern Evidenceへ分解します。</a:t>
            </a:r>
          </a:p>
        </p:txBody>
      </p:sp>
      <p:pic>
        <p:nvPicPr>
          <p:cNvPr name="SHN_SOURCE_CHROME:S004:17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4381500"/>
            <a:ext cx="419100" cy="419100"/>
          </a:xfrm>
          <a:prstGeom prst="rect">
            <a:avLst/>
          </a:prstGeom>
        </p:spPr>
      </p:pic>
      <p:sp>
        <p:nvSpPr>
          <p:cNvPr name="SHN_CONTENT:S004:source-item-1-heading" id="22"/>
          <p:cNvSpPr txBox="true"/>
          <p:nvPr/>
        </p:nvSpPr>
        <p:spPr>
          <a:xfrm rot="0">
            <a:off x="33147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テンプレートをTokens</a:t>
            </a:r>
          </a:p>
        </p:txBody>
      </p:sp>
      <p:sp>
        <p:nvSpPr>
          <p:cNvPr name="SHN_CONTENT:S004:source-item-1-number" id="23"/>
          <p:cNvSpPr txBox="true"/>
          <p:nvPr/>
        </p:nvSpPr>
        <p:spPr>
          <a:xfrm rot="0">
            <a:off x="41148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01</a:t>
            </a:r>
          </a:p>
        </p:txBody>
      </p:sp>
      <p:pic>
        <p:nvPicPr>
          <p:cNvPr name="SHN_CONTENT:S004:SOURCE_COMPONENT:20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66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3-body" id="25"/>
          <p:cNvSpPr txBox="true"/>
          <p:nvPr/>
        </p:nvSpPr>
        <p:spPr>
          <a:xfrm rot="0">
            <a:off x="24003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内容量に合う具体的なSlide Recipeを選択します。</a:t>
            </a:r>
          </a:p>
        </p:txBody>
      </p:sp>
      <p:pic>
        <p:nvPicPr>
          <p:cNvPr name="SHN_SOURCE_CHROME:S004:22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8483600"/>
            <a:ext cx="419100" cy="419100"/>
          </a:xfrm>
          <a:prstGeom prst="rect">
            <a:avLst/>
          </a:prstGeom>
        </p:spPr>
      </p:pic>
      <p:sp>
        <p:nvSpPr>
          <p:cNvPr name="SHN_CONTENT:S004:source-item-3-heading" id="27"/>
          <p:cNvSpPr txBox="true"/>
          <p:nvPr/>
        </p:nvSpPr>
        <p:spPr>
          <a:xfrm rot="0">
            <a:off x="33147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Slide Recipeを選択</a:t>
            </a:r>
          </a:p>
        </p:txBody>
      </p:sp>
      <p:sp>
        <p:nvSpPr>
          <p:cNvPr name="SHN_CONTENT:S004:source-item-3-number" id="28"/>
          <p:cNvSpPr txBox="true"/>
          <p:nvPr/>
        </p:nvSpPr>
        <p:spPr>
          <a:xfrm rot="0">
            <a:off x="41148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03</a:t>
            </a:r>
          </a:p>
        </p:txBody>
      </p:sp>
      <p:pic>
        <p:nvPicPr>
          <p:cNvPr name="SHN_CONTENT:S004:SOURCE_COMPONENT:25" id="2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4-body" id="30"/>
          <p:cNvSpPr txBox="true"/>
          <p:nvPr/>
        </p:nvSpPr>
        <p:spPr>
          <a:xfrm rot="0">
            <a:off x="179451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画像生成はスロットと役割を決めてから実行します。</a:t>
            </a:r>
          </a:p>
        </p:txBody>
      </p:sp>
      <p:pic>
        <p:nvPicPr>
          <p:cNvPr name="SHN_SOURCE_CHROME:S004:27" id="3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8483600"/>
            <a:ext cx="419100" cy="419100"/>
          </a:xfrm>
          <a:prstGeom prst="rect">
            <a:avLst/>
          </a:prstGeom>
        </p:spPr>
      </p:pic>
      <p:sp>
        <p:nvSpPr>
          <p:cNvPr name="SHN_CONTENT:S004:source-item-4-heading" id="32"/>
          <p:cNvSpPr txBox="true"/>
          <p:nvPr/>
        </p:nvSpPr>
        <p:spPr>
          <a:xfrm rot="0">
            <a:off x="188595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画像生成</a:t>
            </a:r>
          </a:p>
        </p:txBody>
      </p:sp>
      <p:sp>
        <p:nvSpPr>
          <p:cNvPr name="SHN_CONTENT:S004:source-item-4-number" id="33"/>
          <p:cNvSpPr txBox="true"/>
          <p:nvPr/>
        </p:nvSpPr>
        <p:spPr>
          <a:xfrm rot="0">
            <a:off x="196723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5:0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5:SOURCE_COMPONENT:1" id="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4200" y="4795520"/>
            <a:ext cx="23317200" cy="101600"/>
          </a:xfrm>
          <a:prstGeom prst="rect">
            <a:avLst/>
          </a:prstGeom>
        </p:spPr>
      </p:pic>
      <p:sp>
        <p:nvSpPr>
          <p:cNvPr name="SHN_CONTENT:S005:source-title" id="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生成フロー</a:t>
            </a:r>
          </a:p>
        </p:txBody>
      </p:sp>
      <p:sp>
        <p:nvSpPr>
          <p:cNvPr name="SHN_CONTENT:S005:source-message" id="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原稿とテンプレートを解析します。</a:t>
            </a:r>
          </a:p>
        </p:txBody>
      </p:sp>
      <p:sp>
        <p:nvSpPr>
          <p:cNvPr name="SHN_CONTENT:S005:source-page-number" id="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05</a:t>
            </a:r>
          </a:p>
        </p:txBody>
      </p:sp>
      <p:pic>
        <p:nvPicPr>
          <p:cNvPr name="SHN_SOURCE_CHROME:S005:5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5:6" id="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SOURCE_CHROME:S005:7" id="10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8669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8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114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1-heading" id="12"/>
          <p:cNvSpPr txBox="true"/>
          <p:nvPr/>
        </p:nvSpPr>
        <p:spPr>
          <a:xfrm rot="0">
            <a:off x="28194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原稿とテンプレートを解析します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11" id="13"/>
          <p:cNvSpPr txBox="true"/>
          <p:nvPr/>
        </p:nvSpPr>
        <p:spPr>
          <a:xfrm rot="0">
            <a:off x="28194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12" id="14"/>
          <p:cNvSpPr txBox="true"/>
          <p:nvPr/>
        </p:nvSpPr>
        <p:spPr>
          <a:xfrm rot="0">
            <a:off x="28194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1-number" id="15"/>
          <p:cNvSpPr txBox="true"/>
          <p:nvPr/>
        </p:nvSpPr>
        <p:spPr>
          <a:xfrm rot="0">
            <a:off x="30099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01</a:t>
            </a:r>
          </a:p>
        </p:txBody>
      </p:sp>
      <p:pic>
        <p:nvPicPr>
          <p:cNvPr name="SHN_SOURCE_CHROME:S005:13" id="16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2540000" y="7018020"/>
            <a:ext cx="4229100" cy="63500"/>
          </a:xfrm>
          <a:prstGeom prst="rect">
            <a:avLst/>
          </a:prstGeom>
        </p:spPr>
      </p:pic>
      <p:pic>
        <p:nvPicPr>
          <p:cNvPr name="SHN_SOURCE_CHROME:S005:14" id="18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70104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15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549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2-heading" id="20"/>
          <p:cNvSpPr txBox="true"/>
          <p:nvPr/>
        </p:nvSpPr>
        <p:spPr>
          <a:xfrm rot="0">
            <a:off x="79756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全情報単位の採用先をCover…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2-body" id="21"/>
          <p:cNvSpPr txBox="true"/>
          <p:nvPr/>
        </p:nvSpPr>
        <p:spPr>
          <a:xfrm rot="0">
            <a:off x="79756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全情報単位の採用先をCoverage Mapで決めます。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20" id="22"/>
          <p:cNvSpPr txBox="true"/>
          <p:nvPr/>
        </p:nvSpPr>
        <p:spPr>
          <a:xfrm rot="0">
            <a:off x="79756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2-number" id="23"/>
          <p:cNvSpPr txBox="true"/>
          <p:nvPr/>
        </p:nvSpPr>
        <p:spPr>
          <a:xfrm rot="0">
            <a:off x="81534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02</a:t>
            </a:r>
          </a:p>
        </p:txBody>
      </p:sp>
      <p:pic>
        <p:nvPicPr>
          <p:cNvPr name="SHN_SOURCE_CHROME:S005:20" id="24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7683500" y="7018020"/>
            <a:ext cx="4229100" cy="63500"/>
          </a:xfrm>
          <a:prstGeom prst="rect">
            <a:avLst/>
          </a:prstGeom>
        </p:spPr>
      </p:pic>
      <p:pic>
        <p:nvPicPr>
          <p:cNvPr name="SHN_SOURCE_CHROME:S005:21" id="26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21539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22" id="2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5984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3-heading" id="28"/>
          <p:cNvSpPr txBox="true"/>
          <p:nvPr/>
        </p:nvSpPr>
        <p:spPr>
          <a:xfrm rot="0">
            <a:off x="131191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代表3ページを生成し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3-body" id="29"/>
          <p:cNvSpPr txBox="true"/>
          <p:nvPr/>
        </p:nvSpPr>
        <p:spPr>
          <a:xfrm rot="0">
            <a:off x="131191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代表3ページを生成し、テンプレートらしさと密度を確認します。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28" id="30"/>
          <p:cNvSpPr txBox="true"/>
          <p:nvPr/>
        </p:nvSpPr>
        <p:spPr>
          <a:xfrm rot="0">
            <a:off x="131191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3-number" id="31"/>
          <p:cNvSpPr txBox="true"/>
          <p:nvPr/>
        </p:nvSpPr>
        <p:spPr>
          <a:xfrm rot="0">
            <a:off x="132969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03</a:t>
            </a:r>
          </a:p>
        </p:txBody>
      </p:sp>
      <p:pic>
        <p:nvPicPr>
          <p:cNvPr name="SHN_SOURCE_CHROME:S005:27" id="32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12827000" y="7018020"/>
            <a:ext cx="4229100" cy="63500"/>
          </a:xfrm>
          <a:prstGeom prst="rect">
            <a:avLst/>
          </a:prstGeom>
        </p:spPr>
      </p:pic>
      <p:pic>
        <p:nvPicPr>
          <p:cNvPr name="SHN_SOURCE_CHROME:S005:28" id="34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72974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29" id="3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7546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4-heading" id="37"/>
          <p:cNvSpPr txBox="true"/>
          <p:nvPr/>
        </p:nvSpPr>
        <p:spPr>
          <a:xfrm rot="0">
            <a:off x="182626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承認後に全ページを生成し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4-body" id="38"/>
          <p:cNvSpPr txBox="true"/>
          <p:nvPr/>
        </p:nvSpPr>
        <p:spPr>
          <a:xfrm rot="0">
            <a:off x="182626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承認後に全ページを生成し、実レンダリングQAを行います。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37" id="39"/>
          <p:cNvSpPr txBox="true"/>
          <p:nvPr/>
        </p:nvSpPr>
        <p:spPr>
          <a:xfrm rot="0">
            <a:off x="182626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4-number" id="40"/>
          <p:cNvSpPr txBox="true"/>
          <p:nvPr/>
        </p:nvSpPr>
        <p:spPr>
          <a:xfrm rot="0">
            <a:off x="184404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04</a:t>
            </a:r>
          </a:p>
        </p:txBody>
      </p:sp>
      <p:pic>
        <p:nvPicPr>
          <p:cNvPr name="SHN_SOURCE_CHROME:S005:34" id="41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17970500" y="7018020"/>
            <a:ext cx="42291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6:0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6:SOURCE_COMPONENT:1" id="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2-body" id="4"/>
          <p:cNvSpPr txBox="true"/>
          <p:nvPr/>
        </p:nvSpPr>
        <p:spPr>
          <a:xfrm rot="0">
            <a:off x="179451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説明できない連続空白が35%を超えるページは出力を停止します。</a:t>
            </a:r>
          </a:p>
        </p:txBody>
      </p:sp>
      <p:pic>
        <p:nvPicPr>
          <p:cNvPr name="SHN_SOURCE_CHROME:S006:3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4381500"/>
            <a:ext cx="419100" cy="419100"/>
          </a:xfrm>
          <a:prstGeom prst="rect">
            <a:avLst/>
          </a:prstGeom>
        </p:spPr>
      </p:pic>
      <p:sp>
        <p:nvSpPr>
          <p:cNvPr name="SHN_CONTENT:S006:source-item-2-heading" id="6"/>
          <p:cNvSpPr txBox="true"/>
          <p:nvPr/>
        </p:nvSpPr>
        <p:spPr>
          <a:xfrm rot="0">
            <a:off x="188595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連続空白</a:t>
            </a:r>
          </a:p>
        </p:txBody>
      </p:sp>
      <p:sp>
        <p:nvSpPr>
          <p:cNvPr name="SHN_CONTENT:S006:source-item-2-number" id="7"/>
          <p:cNvSpPr txBox="true"/>
          <p:nvPr/>
        </p:nvSpPr>
        <p:spPr>
          <a:xfrm rot="0">
            <a:off x="196723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02</a:t>
            </a:r>
          </a:p>
        </p:txBody>
      </p:sp>
      <p:pic>
        <p:nvPicPr>
          <p:cNvPr name="SHN_CONTENT:S006:SOURCE_COMPONENT:6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230100" y="3657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6:SOURCE_COMPONENT:7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8153400" y="7721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6:SOURCE_COMPONENT:8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38200" y="5092700"/>
            <a:ext cx="1257300" cy="1257300"/>
          </a:xfrm>
          <a:prstGeom prst="rect">
            <a:avLst/>
          </a:prstGeom>
        </p:spPr>
      </p:pic>
      <p:pic>
        <p:nvPicPr>
          <p:cNvPr name="SHN_CONTENT:S006:SOURCE_COMPONENT:9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50400" y="8991600"/>
            <a:ext cx="1333500" cy="1333500"/>
          </a:xfrm>
          <a:prstGeom prst="rect">
            <a:avLst/>
          </a:prstGeom>
        </p:spPr>
      </p:pic>
      <p:sp>
        <p:nvSpPr>
          <p:cNvPr name="SHN_CONTENT:S006:source-title" id="1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品質条件</a:t>
            </a:r>
          </a:p>
        </p:txBody>
      </p:sp>
      <p:sp>
        <p:nvSpPr>
          <p:cNvPr name="SHN_CONTENT:S006:source-message" id="1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標準ページの意味ある占有率は55〜85%とします。</a:t>
            </a:r>
          </a:p>
        </p:txBody>
      </p:sp>
      <p:sp>
        <p:nvSpPr>
          <p:cNvPr name="SHN_CONTENT:S006:source-page-number" id="1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06</a:t>
            </a:r>
          </a:p>
        </p:txBody>
      </p:sp>
      <p:pic>
        <p:nvPicPr>
          <p:cNvPr name="SHN_SOURCE_CHROME:S006:13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6:14" id="1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CONTENT:S006:SOURCE_COMPONENT:15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1-body" id="20"/>
          <p:cNvSpPr txBox="true"/>
          <p:nvPr/>
        </p:nvSpPr>
        <p:spPr>
          <a:xfrm rot="0">
            <a:off x="24003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標準ページの意味ある占有率は55〜85%とします。</a:t>
            </a:r>
          </a:p>
        </p:txBody>
      </p:sp>
      <p:pic>
        <p:nvPicPr>
          <p:cNvPr name="SHN_SOURCE_CHROME:S006:17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4381500"/>
            <a:ext cx="419100" cy="419100"/>
          </a:xfrm>
          <a:prstGeom prst="rect">
            <a:avLst/>
          </a:prstGeom>
        </p:spPr>
      </p:pic>
      <p:sp>
        <p:nvSpPr>
          <p:cNvPr name="SHN_CONTENT:S006:source-item-1-heading" id="22"/>
          <p:cNvSpPr txBox="true"/>
          <p:nvPr/>
        </p:nvSpPr>
        <p:spPr>
          <a:xfrm rot="0">
            <a:off x="33147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意味ある占有率</a:t>
            </a:r>
          </a:p>
        </p:txBody>
      </p:sp>
      <p:sp>
        <p:nvSpPr>
          <p:cNvPr name="SHN_CONTENT:S006:source-item-1-number" id="23"/>
          <p:cNvSpPr txBox="true"/>
          <p:nvPr/>
        </p:nvSpPr>
        <p:spPr>
          <a:xfrm rot="0">
            <a:off x="41148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01</a:t>
            </a:r>
          </a:p>
        </p:txBody>
      </p:sp>
      <p:pic>
        <p:nvPicPr>
          <p:cNvPr name="SHN_CONTENT:S006:SOURCE_COMPONENT:20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66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3-body" id="25"/>
          <p:cNvSpPr txBox="true"/>
          <p:nvPr/>
        </p:nvSpPr>
        <p:spPr>
          <a:xfrm rot="0">
            <a:off x="24003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本文文字の下限は9.5ptとし、縮小前にページ分割を検討します。</a:t>
            </a:r>
          </a:p>
        </p:txBody>
      </p:sp>
      <p:pic>
        <p:nvPicPr>
          <p:cNvPr name="SHN_SOURCE_CHROME:S006:22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8483600"/>
            <a:ext cx="419100" cy="419100"/>
          </a:xfrm>
          <a:prstGeom prst="rect">
            <a:avLst/>
          </a:prstGeom>
        </p:spPr>
      </p:pic>
      <p:sp>
        <p:nvSpPr>
          <p:cNvPr name="SHN_CONTENT:S006:source-item-3-heading" id="27"/>
          <p:cNvSpPr txBox="true"/>
          <p:nvPr/>
        </p:nvSpPr>
        <p:spPr>
          <a:xfrm rot="0">
            <a:off x="33147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本文文字の下限</a:t>
            </a:r>
          </a:p>
        </p:txBody>
      </p:sp>
      <p:sp>
        <p:nvSpPr>
          <p:cNvPr name="SHN_CONTENT:S006:source-item-3-number" id="28"/>
          <p:cNvSpPr txBox="true"/>
          <p:nvPr/>
        </p:nvSpPr>
        <p:spPr>
          <a:xfrm rot="0">
            <a:off x="41148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03</a:t>
            </a:r>
          </a:p>
        </p:txBody>
      </p:sp>
      <p:pic>
        <p:nvPicPr>
          <p:cNvPr name="SHN_CONTENT:S006:SOURCE_COMPONENT:25" id="2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4-body" id="30"/>
          <p:cNvSpPr txBox="true"/>
          <p:nvPr/>
        </p:nvSpPr>
        <p:spPr>
          <a:xfrm rot="0">
            <a:off x="179451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未解決画像がある状態を完成として扱うことは禁止します。</a:t>
            </a:r>
          </a:p>
        </p:txBody>
      </p:sp>
      <p:pic>
        <p:nvPicPr>
          <p:cNvPr name="SHN_SOURCE_CHROME:S006:27" id="3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8483600"/>
            <a:ext cx="419100" cy="419100"/>
          </a:xfrm>
          <a:prstGeom prst="rect">
            <a:avLst/>
          </a:prstGeom>
        </p:spPr>
      </p:pic>
      <p:sp>
        <p:nvSpPr>
          <p:cNvPr name="SHN_CONTENT:S006:source-item-4-heading" id="32"/>
          <p:cNvSpPr txBox="true"/>
          <p:nvPr/>
        </p:nvSpPr>
        <p:spPr>
          <a:xfrm rot="0">
            <a:off x="188595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未解決画像</a:t>
            </a:r>
          </a:p>
        </p:txBody>
      </p:sp>
      <p:sp>
        <p:nvSpPr>
          <p:cNvPr name="SHN_CONTENT:S006:source-item-4-number" id="33"/>
          <p:cNvSpPr txBox="true"/>
          <p:nvPr/>
        </p:nvSpPr>
        <p:spPr>
          <a:xfrm rot="0">
            <a:off x="196723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7:0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7:SOURCE_COMPONENT:1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0800000">
            <a:off x="21209000" y="2933700"/>
            <a:ext cx="1879600" cy="1638300"/>
          </a:xfrm>
          <a:prstGeom prst="rect">
            <a:avLst/>
          </a:prstGeom>
        </p:spPr>
      </p:pic>
      <p:sp>
        <p:nvSpPr>
          <p:cNvPr name="SHN_CONTENT:S007:source-title" id="5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対応する入力形式</a:t>
            </a:r>
          </a:p>
        </p:txBody>
      </p:sp>
      <p:sp>
        <p:nvSpPr>
          <p:cNvPr name="SHN_CONTENT:S007:source-message" id="6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7:source-page-number" id="7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07</a:t>
            </a:r>
          </a:p>
        </p:txBody>
      </p:sp>
      <p:pic>
        <p:nvPicPr>
          <p:cNvPr name="SHN_SOURCE_CHROME:S007:5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7:6" id="9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SHN_SOURCE_CLEARED:S007:9" id="11"/>
          <p:cNvSpPr txBox="true"/>
          <p:nvPr/>
        </p:nvSpPr>
        <p:spPr>
          <a:xfrm rot="0">
            <a:off x="12192000" y="5422900"/>
            <a:ext cx="6121400" cy="9525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5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7:10" id="12"/>
          <p:cNvSpPr txBox="true"/>
          <p:nvPr/>
        </p:nvSpPr>
        <p:spPr>
          <a:xfrm rot="0">
            <a:off x="12192000" y="3403600"/>
            <a:ext cx="10617200" cy="1790700"/>
          </a:xfrm>
          <a:prstGeom prst="rect">
            <a:avLst/>
          </a:prstGeom>
        </p:spPr>
        <p:txBody>
          <a:bodyPr anchor="t" rtlCol="false" lIns="0" tIns="67785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337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/>
            </a:r>
          </a:p>
        </p:txBody>
      </p:sp>
      <p:pic>
        <p:nvPicPr>
          <p:cNvPr name="SHN_CONTENT:S007:SOURCE_COMPONENT:9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394700" y="4711700"/>
            <a:ext cx="1308100" cy="1054100"/>
          </a:xfrm>
          <a:prstGeom prst="rect">
            <a:avLst/>
          </a:prstGeom>
        </p:spPr>
      </p:pic>
      <p:sp>
        <p:nvSpPr>
          <p:cNvPr name="SHN_CONTENT:S007:SOURCE_COMPONENT:10" id="14"/>
          <p:cNvSpPr txBox="true"/>
          <p:nvPr/>
        </p:nvSpPr>
        <p:spPr>
          <a:xfrm rot="0">
            <a:off x="7886700" y="5892800"/>
            <a:ext cx="2324100" cy="419100"/>
          </a:xfrm>
          <a:prstGeom prst="rect">
            <a:avLst/>
          </a:prstGeom>
        </p:spPr>
        <p:txBody>
          <a:bodyPr anchor="t" rtlCol="false" lIns="0" tIns="27672" rIns="0" bIns="0"/>
          <a:lstStyle/>
          <a:p>
            <a:pPr algn="ctr" lvl="0">
              <a:lnSpc>
                <a:spcPct val="99600"/>
              </a:lnSpc>
            </a:pPr>
            <a:r>
              <a:rPr lang="en-US" sz="2178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178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graphicFrame>
        <p:nvGraphicFramePr>
          <p:cNvPr id="15" name="SHN_CONTENT:S007-table"/>
          <p:cNvGraphicFramePr>
            <a:graphicFrameLocks noGrp="1"/>
          </p:cNvGraphicFramePr>
          <p:nvPr/>
        </p:nvGraphicFramePr>
        <p:xfrm>
          <a:off x="1341120" y="2811780"/>
          <a:ext cx="21701760" cy="9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3920"/>
                <a:gridCol w="7233920"/>
                <a:gridCol w="7233920"/>
              </a:tblGrid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Pretendard JP Medium"/>
                        </a:defRPr>
                      </a:pPr>
                      <a:r>
                        <a:t>種別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Pretendard JP Medium"/>
                        </a:defRPr>
                      </a:pPr>
                      <a:r>
                        <a:t>MVP対応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Pretendard JP Medium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Markdown / TXT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構造化された原稿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DOCX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社内文書・提案書原稿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テキスト抽出可能な参考資料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PPTX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既存資料の再構成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8"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SHN_CONTENT:S008:source-title" id="2"/>
          <p:cNvSpPr txBox="true"/>
          <p:nvPr/>
        </p:nvSpPr>
        <p:spPr>
          <a:xfrm rot="0">
            <a:off x="1511300" y="3835400"/>
            <a:ext cx="10363200" cy="1689100"/>
          </a:xfrm>
          <a:prstGeom prst="rect">
            <a:avLst/>
          </a:prstGeom>
        </p:spPr>
        <p:txBody>
          <a:bodyPr anchor="t" rtlCol="false" lIns="0" tIns="59266" rIns="0" bIns="0" wrap="square">
            <a:noAutofit/>
          </a:bodyPr>
          <a:lstStyle/>
          <a:p>
            <a:pPr algn="l" lvl="0">
              <a:lnSpc>
                <a:spcPct val="107899"/>
              </a:lnSpc>
            </a:pPr>
            <a:r>
              <a:rPr lang="en-US" sz="93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次のステップ</a:t>
            </a:r>
          </a:p>
        </p:txBody>
      </p:sp>
      <p:pic>
        <p:nvPicPr>
          <p:cNvPr name="SHN_CONTENT:S008:SOURCE_COMPONENT:1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11808" y="10972800"/>
            <a:ext cx="7741920" cy="1028700"/>
          </a:xfrm>
          <a:prstGeom prst="rect">
            <a:avLst/>
          </a:prstGeom>
        </p:spPr>
      </p:pic>
      <p:sp>
        <p:nvSpPr>
          <p:cNvPr name="SHN_CONTENT:S008:source-body" id="4"/>
          <p:cNvSpPr txBox="true"/>
          <p:nvPr/>
        </p:nvSpPr>
        <p:spPr>
          <a:xfrm rot="0">
            <a:off x="1731264" y="11109960"/>
            <a:ext cx="7303008" cy="754380"/>
          </a:xfrm>
          <a:prstGeom prst="rect">
            <a:avLst/>
          </a:prstGeom>
        </p:spPr>
        <p:txBody>
          <a:bodyPr anchor="ctr" rtlCol="false" lIns="0" tIns="23707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実案件の原稿とテンプレートで代表3ページを確認します。</a:t>
            </a:r>
          </a:p>
        </p:txBody>
      </p:sp>
      <p:pic>
        <p:nvPicPr>
          <p:cNvPr name="SHN_SOURCE_CHROME:S008:3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11300" y="3124200"/>
            <a:ext cx="685800" cy="558800"/>
          </a:xfrm>
          <a:prstGeom prst="rect">
            <a:avLst/>
          </a:prstGeom>
        </p:spPr>
      </p:pic>
      <p:sp>
        <p:nvSpPr>
          <p:cNvPr name="SHN_CONTENT:S008:SOURCE_COMPONENT:4" id="6"/>
          <p:cNvSpPr txBox="true"/>
          <p:nvPr/>
        </p:nvSpPr>
        <p:spPr>
          <a:xfrm rot="0">
            <a:off x="2273300" y="31369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SHN_SOURCE_CLEARED:S008:5" id="7"/>
          <p:cNvSpPr txBox="true"/>
          <p:nvPr/>
        </p:nvSpPr>
        <p:spPr>
          <a:xfrm rot="0">
            <a:off x="1562100" y="11887200"/>
            <a:ext cx="2476500" cy="457200"/>
          </a:xfrm>
          <a:prstGeom prst="rect">
            <a:avLst/>
          </a:prstGeom>
        </p:spPr>
        <p:txBody>
          <a:bodyPr anchor="t" rtlCol="false" lIns="0" tIns="30480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8:SOURCE_COMPONENT:6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63328" y="10972800"/>
            <a:ext cx="7741920" cy="1028700"/>
          </a:xfrm>
          <a:prstGeom prst="rect">
            <a:avLst/>
          </a:prstGeom>
        </p:spPr>
      </p:pic>
      <p:sp>
        <p:nvSpPr>
          <p:cNvPr name="SHN_CONTENT:S008:source-actions" id="9"/>
          <p:cNvSpPr txBox="true"/>
          <p:nvPr/>
        </p:nvSpPr>
        <p:spPr>
          <a:xfrm rot="0">
            <a:off x="10082784" y="11109960"/>
            <a:ext cx="7303008" cy="754380"/>
          </a:xfrm>
          <a:prstGeom prst="rect">
            <a:avLst/>
          </a:prstGeom>
        </p:spPr>
        <p:txBody>
          <a:bodyPr anchor="ctr" rtlCol="false" lIns="0" tIns="23707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承認されたレシピとテンプレート解釈だけを全ページへ展開します。</a:t>
            </a:r>
          </a:p>
        </p:txBody>
      </p:sp>
      <p:sp>
        <p:nvSpPr>
          <p:cNvPr name="SHN_SOURCE_CLEARED:S008:8" id="10"/>
          <p:cNvSpPr txBox="true"/>
          <p:nvPr/>
        </p:nvSpPr>
        <p:spPr>
          <a:xfrm rot="0">
            <a:off x="5384800" y="11887200"/>
            <a:ext cx="3187700" cy="457200"/>
          </a:xfrm>
          <a:prstGeom prst="rect">
            <a:avLst/>
          </a:prstGeom>
        </p:spPr>
        <p:txBody>
          <a:bodyPr anchor="t" rtlCol="false" lIns="0" tIns="30480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SOURCE_CHROME:S008:10" id="12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1861800" y="-2844800"/>
            <a:ext cx="19380200" cy="11518900"/>
          </a:xfrm>
          <a:prstGeom prst="rect">
            <a:avLst/>
          </a:prstGeom>
        </p:spPr>
      </p:pic>
      <p:pic>
        <p:nvPicPr>
          <p:cNvPr name="SHN_SOURCE_CHROME:S008:11" id="13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20980400" y="10350500"/>
            <a:ext cx="4330700" cy="1892300"/>
          </a:xfrm>
          <a:prstGeom prst="rect">
            <a:avLst/>
          </a:prstGeom>
        </p:spPr>
      </p:pic>
      <p:sp>
        <p:nvSpPr>
          <p:cNvPr name="SHN_SOURCE_CLEARED:S008:12" id="14"/>
          <p:cNvSpPr txBox="true"/>
          <p:nvPr/>
        </p:nvSpPr>
        <p:spPr>
          <a:xfrm rot="0">
            <a:off x="9321800" y="11315700"/>
            <a:ext cx="29210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/>
            </a:r>
          </a:p>
        </p:txBody>
      </p:sp>
      <p:sp>
        <p:nvSpPr>
          <p:cNvPr name="SHN_SOURCE_CLEARED:S008:13" id="15"/>
          <p:cNvSpPr txBox="true"/>
          <p:nvPr/>
        </p:nvSpPr>
        <p:spPr>
          <a:xfrm rot="0">
            <a:off x="9169400" y="11887200"/>
            <a:ext cx="3187700" cy="457200"/>
          </a:xfrm>
          <a:prstGeom prst="rect">
            <a:avLst/>
          </a:prstGeom>
        </p:spPr>
        <p:txBody>
          <a:bodyPr anchor="t" rtlCol="false" lIns="0" tIns="30480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  <dc:title>SlideHarness Next</dc:title>
  <dc:subject>Generated by SlideHarness Next greenfield MVP</dc:subject>
</cp:coreProperties>
</file>