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/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使いやすくて映える</a:t>
            </a:r>
          </a:p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プレゼンテーション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20XX.XX.XX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