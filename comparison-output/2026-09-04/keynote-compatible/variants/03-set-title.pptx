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73" r:id="rId27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SHN_CONTENT:S001:source-title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 wrap="square">
            <a:noAutofit/>
          </a:bodyPr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SlideHarness Next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8900" y="11709400"/>
            <a:ext cx="2044700" cy="57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20XX.XX.XX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所属機関 : ミリカンパニー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10400" y="11709400"/>
            <a:ext cx="2298700" cy="571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部署 : 総務部部長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11709400"/>
            <a:ext cx="2298700" cy="571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氏名 : 小林麻里子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