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73" r:id="rId27"/>
  </p:sldIdLst>
  <p:sldSz cx="24384000" cy="13716000"/>
  <p:notesSz cx="6858000" cy="9144000"/>
  <p:embeddedFontLst>
    <p:embeddedFont>
      <p:font typeface="Pretendard JP Regular"/>
      <p:regular r:id="rId23"/>
    </p:embeddedFont>
    <p:embeddedFont>
      <p:font typeface="Pretendard JP Bold"/>
      <p:bold r:id="rId24"/>
    </p:embeddedFont>
    <p:embeddedFont>
      <p:font typeface="Pretendard JP Medium"/>
      <p:bold r:id="rId25"/>
    </p:embeddedFont>
    <p:embeddedFont>
      <p:font typeface="Pretendard JP SemiBold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SHN_SOURCE_CHROME:S001:0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305800" y="-2438400"/>
            <a:ext cx="19380200" cy="1151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678400" y="10756900"/>
            <a:ext cx="4330700" cy="1892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358900" y="8458200"/>
            <a:ext cx="10706100" cy="2921000"/>
          </a:xfrm>
          <a:prstGeom prst="rect">
            <a:avLst/>
          </a:prstGeom>
        </p:spPr>
        <p:txBody>
          <a:bodyPr anchor="t" rtlCol="false" lIns="0" tIns="53408" rIns="0" bIns="0"/>
          <a:lstStyle/>
          <a:p>
            <a:pPr algn="l" lvl="0">
              <a:lnSpc>
                <a:spcPct val="107899"/>
              </a:lnSpc>
            </a:pPr>
            <a:r>
              <a:rPr lang="en-US" sz="8410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使いやすくて映える</a:t>
            </a:r>
          </a:p>
          <a:p>
            <a:pPr algn="l" lvl="0">
              <a:lnSpc>
                <a:spcPct val="107899"/>
              </a:lnSpc>
            </a:pPr>
            <a:r>
              <a:rPr lang="en-US" sz="8410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プレゼンテーション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58900" y="11709400"/>
            <a:ext cx="2044700" cy="5715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409700" y="11823700"/>
            <a:ext cx="19558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20XX.XX.XX 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58900" y="7632700"/>
            <a:ext cx="685800" cy="558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20900" y="7632700"/>
            <a:ext cx="3111500" cy="546100"/>
          </a:xfrm>
          <a:prstGeom prst="rect">
            <a:avLst/>
          </a:prstGeom>
        </p:spPr>
        <p:txBody>
          <a:bodyPr anchor="t" rtlCol="false" lIns="0" tIns="37173" rIns="0" bIns="0"/>
          <a:lstStyle/>
          <a:p>
            <a:pPr algn="l" lvl="0">
              <a:lnSpc>
                <a:spcPct val="99600"/>
              </a:lnSpc>
            </a:pPr>
            <a:r>
              <a:rPr lang="en-US" sz="2927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927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530600" y="11709400"/>
            <a:ext cx="3352800" cy="5715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822700" y="11823700"/>
            <a:ext cx="27813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所属機関 : ミリカンパニー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010400" y="11709400"/>
            <a:ext cx="2298700" cy="5715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7048500" y="11823700"/>
            <a:ext cx="22352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部署 : 総務部部長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448800" y="11709400"/>
            <a:ext cx="2298700" cy="571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9512300" y="11823700"/>
            <a:ext cx="21717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氏名 : 小林麻里子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