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SHN_SOURCE_CLEARED:S001:4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 wrap="square">
            <a:noAutofit/>
          </a:bodyPr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