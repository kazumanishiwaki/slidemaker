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embedTrueTypeFonts="true">
  <p:sldMasterIdLst>
    <p:sldMasterId id="2147483648" r:id="rId1"/>
  </p:sldMasterIdLst>
  <p:sldIdLst>
    <p:sldId id="273" r:id="rId27"/>
  </p:sldIdLst>
  <p:sldSz cx="24384000" cy="13716000"/>
  <p:notesSz cx="6858000" cy="9144000"/>
  <p:embeddedFontLst>
    <p:embeddedFont>
      <p:font typeface="Pretendard JP Regular"/>
      <p:regular r:id="rId23"/>
    </p:embeddedFont>
    <p:embeddedFont>
      <p:font typeface="Pretendard JP Bold"/>
      <p:bold r:id="rId24"/>
    </p:embeddedFont>
    <p:embeddedFont>
      <p:font typeface="Pretendard JP Medium"/>
      <p:bold r:id="rId25"/>
    </p:embeddedFont>
    <p:embeddedFont>
      <p:font typeface="Pretendard JP SemiBold"/>
      <p:bold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23" Type="http://schemas.openxmlformats.org/officeDocument/2006/relationships/font" Target="fonts/font1.fntdata"/><Relationship Id="rId24" Type="http://schemas.openxmlformats.org/officeDocument/2006/relationships/font" Target="fonts/font2.fntdata"/><Relationship Id="rId25" Type="http://schemas.openxmlformats.org/officeDocument/2006/relationships/font" Target="fonts/font3.fntdata"/><Relationship Id="rId26" Type="http://schemas.openxmlformats.org/officeDocument/2006/relationships/font" Target="fonts/font4.fntdata"/><Relationship Id="rId27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8305800" y="-2438400"/>
            <a:ext cx="19380200" cy="11518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7678400" y="10756900"/>
            <a:ext cx="4330700" cy="18923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358900" y="8458200"/>
            <a:ext cx="10706100" cy="2921000"/>
          </a:xfrm>
          <a:prstGeom prst="rect">
            <a:avLst/>
          </a:prstGeom>
        </p:spPr>
        <p:txBody>
          <a:bodyPr anchor="t" rtlCol="false" lIns="0" tIns="53408" rIns="0" bIns="0"/>
          <a:lstStyle/>
          <a:p>
            <a:pPr algn="l" lvl="0">
              <a:lnSpc>
                <a:spcPct val="107899"/>
              </a:lnSpc>
            </a:pPr>
            <a:r>
              <a:rPr lang="en-US" sz="8410" b="false" i="false" u="none" strike="noStrike">
                <a:solidFill>
                  <a:srgbClr val="000000"/>
                </a:solidFill>
                <a:latin typeface="Pretendard JP Bold"/>
                <a:ea typeface="Pretendard JP Bold"/>
                <a:cs typeface="Pretendard JP Bold"/>
              </a:rPr>
              <a:t>使いやすくて映える</a:t>
            </a:r>
          </a:p>
          <a:p>
            <a:pPr algn="l" lvl="0">
              <a:lnSpc>
                <a:spcPct val="107899"/>
              </a:lnSpc>
            </a:pPr>
            <a:r>
              <a:rPr lang="en-US" sz="8410" b="false" i="false" u="none" strike="noStrike">
                <a:solidFill>
                  <a:srgbClr val="000000"/>
                </a:solidFill>
                <a:latin typeface="Pretendard JP Bold"/>
                <a:ea typeface="Pretendard JP Bold"/>
                <a:cs typeface="Pretendard JP Bold"/>
              </a:rPr>
              <a:t>プレゼンテーション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358900" y="11709400"/>
            <a:ext cx="2044700" cy="5715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1409700" y="11823700"/>
            <a:ext cx="1955800" cy="368300"/>
          </a:xfrm>
          <a:prstGeom prst="rect">
            <a:avLst/>
          </a:prstGeom>
        </p:spPr>
        <p:txBody>
          <a:bodyPr anchor="t" rtlCol="false" lIns="0" tIns="23707" rIns="0" bIns="0"/>
          <a:lstStyle/>
          <a:p>
            <a:pPr algn="ctr" lvl="0">
              <a:lnSpc>
                <a:spcPct val="99600"/>
              </a:lnSpc>
            </a:pPr>
            <a:r>
              <a:rPr lang="en-US" sz="1866" b="false" i="false" u="none" strike="noStrike">
                <a:solidFill>
                  <a:srgbClr val="FFFFFF"/>
                </a:solidFill>
                <a:latin typeface="Pretendard JP Medium"/>
                <a:ea typeface="Pretendard JP Medium"/>
                <a:cs typeface="Pretendard JP Medium"/>
              </a:rPr>
              <a:t>20XX.XX.XX 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358900" y="7632700"/>
            <a:ext cx="685800" cy="5588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2120900" y="7632700"/>
            <a:ext cx="3111500" cy="546100"/>
          </a:xfrm>
          <a:prstGeom prst="rect">
            <a:avLst/>
          </a:prstGeom>
        </p:spPr>
        <p:txBody>
          <a:bodyPr anchor="t" rtlCol="false" lIns="0" tIns="37173" rIns="0" bIns="0"/>
          <a:lstStyle/>
          <a:p>
            <a:pPr algn="l" lvl="0">
              <a:lnSpc>
                <a:spcPct val="99600"/>
              </a:lnSpc>
            </a:pPr>
            <a:r>
              <a:rPr lang="en-US" sz="2927" b="false" i="false" u="none" strike="noStrike">
                <a:solidFill>
                  <a:srgbClr val="000000"/>
                </a:solidFill>
                <a:latin typeface="Pretendard JP Bold"/>
                <a:ea typeface="Pretendard JP Bold"/>
                <a:cs typeface="Pretendard JP Bold"/>
              </a:rPr>
              <a:t>MIRI </a:t>
            </a:r>
            <a:r>
              <a:rPr lang="en-US" sz="2927" b="false" i="false" u="none" strike="noStrike">
                <a:solidFill>
                  <a:srgbClr val="000000"/>
                </a:solidFill>
                <a:latin typeface="Pretendard JP Regular"/>
                <a:ea typeface="Pretendard JP Regular"/>
                <a:cs typeface="Pretendard JP Regular"/>
              </a:rPr>
              <a:t>Company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3530600" y="11709400"/>
            <a:ext cx="3352800" cy="571500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3822700" y="11823700"/>
            <a:ext cx="2781300" cy="368300"/>
          </a:xfrm>
          <a:prstGeom prst="rect">
            <a:avLst/>
          </a:prstGeom>
        </p:spPr>
        <p:txBody>
          <a:bodyPr anchor="t" rtlCol="false" lIns="0" tIns="23707" rIns="0" bIns="0"/>
          <a:lstStyle/>
          <a:p>
            <a:pPr algn="ctr" lvl="0">
              <a:lnSpc>
                <a:spcPct val="99600"/>
              </a:lnSpc>
            </a:pPr>
            <a:r>
              <a:rPr lang="en-US" sz="1866" b="false" i="false" u="none" strike="noStrike">
                <a:solidFill>
                  <a:srgbClr val="FFFFFF"/>
                </a:solidFill>
                <a:latin typeface="Pretendard JP Medium"/>
                <a:ea typeface="Pretendard JP Medium"/>
                <a:cs typeface="Pretendard JP Medium"/>
              </a:rPr>
              <a:t>所属機関 : ミリカンパニー</a:t>
            </a:r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7010400" y="11709400"/>
            <a:ext cx="2298700" cy="5715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7048500" y="11823700"/>
            <a:ext cx="2235200" cy="368300"/>
          </a:xfrm>
          <a:prstGeom prst="rect">
            <a:avLst/>
          </a:prstGeom>
        </p:spPr>
        <p:txBody>
          <a:bodyPr anchor="t" rtlCol="false" lIns="0" tIns="23707" rIns="0" bIns="0"/>
          <a:lstStyle/>
          <a:p>
            <a:pPr algn="ctr" lvl="0">
              <a:lnSpc>
                <a:spcPct val="99600"/>
              </a:lnSpc>
            </a:pPr>
            <a:r>
              <a:rPr lang="en-US" sz="1866" b="false" i="false" u="none" strike="noStrike">
                <a:solidFill>
                  <a:srgbClr val="FFFFFF"/>
                </a:solidFill>
                <a:latin typeface="Pretendard JP Medium"/>
                <a:ea typeface="Pretendard JP Medium"/>
                <a:cs typeface="Pretendard JP Medium"/>
              </a:rPr>
              <a:t>部署 : 総務部部長</a:t>
            </a:r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9448800" y="11709400"/>
            <a:ext cx="2298700" cy="571500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9512300" y="11823700"/>
            <a:ext cx="2171700" cy="368300"/>
          </a:xfrm>
          <a:prstGeom prst="rect">
            <a:avLst/>
          </a:prstGeom>
        </p:spPr>
        <p:txBody>
          <a:bodyPr anchor="t" rtlCol="false" lIns="0" tIns="23707" rIns="0" bIns="0"/>
          <a:lstStyle/>
          <a:p>
            <a:pPr algn="ctr" lvl="0">
              <a:lnSpc>
                <a:spcPct val="99600"/>
              </a:lnSpc>
            </a:pPr>
            <a:r>
              <a:rPr lang="en-US" sz="1866" b="false" i="false" u="none" strike="noStrike">
                <a:solidFill>
                  <a:srgbClr val="FFFFFF"/>
                </a:solidFill>
                <a:latin typeface="Pretendard JP Medium"/>
                <a:ea typeface="Pretendard JP Medium"/>
                <a:cs typeface="Pretendard JP Medium"/>
              </a:rPr>
              <a:t>氏名 : 小林麻里子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