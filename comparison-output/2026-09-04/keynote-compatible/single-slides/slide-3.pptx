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8" r:id="rId6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U-01-0003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U-01-0004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U-01-0005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U-01-0006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AE82AA-C24A-4434-B7F9-8D5E8524E0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0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slideLayout" Target="../slideLayouts/slideLayout9.xml"/><Relationship Id="rId18" Type="http://schemas.openxmlformats.org/officeDocument/2006/relationships/notesSlide" Target="../notesSlides/notesSlide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N_SOURCE_CHROME:S003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SHN_CONTENT:S003:SOURCE_COMPONENT:1"/>
          <p:cNvPicPr/>
          <p:nvPr/>
        </p:nvPicPr>
        <p:blipFill>
          <a:blip r:embed="rId2"/>
          <a:stretch/>
        </p:blipFill>
        <p:spPr>
          <a:xfrm>
            <a:off x="2413080" y="3149640"/>
            <a:ext cx="5714640" cy="723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SHN_CONTENT:S003:SOURCE_COMPONENT:2"/>
          <p:cNvPicPr/>
          <p:nvPr/>
        </p:nvPicPr>
        <p:blipFill>
          <a:blip r:embed="rId3"/>
          <a:stretch/>
        </p:blipFill>
        <p:spPr>
          <a:xfrm>
            <a:off x="9283680" y="3149640"/>
            <a:ext cx="5714640" cy="723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SHN_CONTENT:S003:SOURCE_COMPONENT:3"/>
          <p:cNvPicPr/>
          <p:nvPr/>
        </p:nvPicPr>
        <p:blipFill>
          <a:blip r:embed="rId4"/>
          <a:stretch/>
        </p:blipFill>
        <p:spPr>
          <a:xfrm>
            <a:off x="16256160" y="3149640"/>
            <a:ext cx="5714640" cy="723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SHN_SOURCE_CHROME:S003:4"/>
          <p:cNvPicPr/>
          <p:nvPr/>
        </p:nvPicPr>
        <p:blipFill>
          <a:blip r:embed="rId5"/>
          <a:stretch/>
        </p:blipFill>
        <p:spPr>
          <a:xfrm rot="5400000">
            <a:off x="8357040" y="6756480"/>
            <a:ext cx="799920" cy="32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SHN_SOURCE_CHROME:S003:5"/>
          <p:cNvPicPr/>
          <p:nvPr/>
        </p:nvPicPr>
        <p:blipFill>
          <a:blip r:embed="rId6"/>
          <a:stretch/>
        </p:blipFill>
        <p:spPr>
          <a:xfrm rot="5400000">
            <a:off x="15202080" y="6756480"/>
            <a:ext cx="799920" cy="32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SHN_SOURCE_CHROME:S003:6"/>
          <p:cNvPicPr/>
          <p:nvPr/>
        </p:nvPicPr>
        <p:blipFill>
          <a:blip r:embed="rId7">
            <a:alphaModFix amt="20000"/>
          </a:blip>
          <a:stretch/>
        </p:blipFill>
        <p:spPr>
          <a:xfrm>
            <a:off x="9321840" y="5651640"/>
            <a:ext cx="562572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SHN_CONTENT:S003:source-item-2-heading"/>
          <p:cNvSpPr/>
          <p:nvPr/>
        </p:nvSpPr>
        <p:spPr>
          <a:xfrm>
            <a:off x="9944280" y="4775040"/>
            <a:ext cx="31492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1</a:t>
            </a:r>
            <a:r>
              <a:rPr lang="ja-JP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ページの情報量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N_CONTENT:S003:source-item-2-number"/>
          <p:cNvSpPr/>
          <p:nvPr/>
        </p:nvSpPr>
        <p:spPr>
          <a:xfrm>
            <a:off x="9944280" y="3797280"/>
            <a:ext cx="17650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59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597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02</a:t>
            </a:r>
            <a:endParaRPr lang="en-US" sz="5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N_CONTENT:S003:source-item-2-body"/>
          <p:cNvSpPr/>
          <p:nvPr/>
        </p:nvSpPr>
        <p:spPr>
          <a:xfrm>
            <a:off x="9944280" y="609588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1</a:t>
            </a: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ページの情報量が少なすぎると、意味のない空白や巨大なカードが残ります。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N_SOURCE_CLEARED:S003:10"/>
          <p:cNvSpPr/>
          <p:nvPr/>
        </p:nvSpPr>
        <p:spPr>
          <a:xfrm>
            <a:off x="9944280" y="736596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N_SOURCE_CLEARED:S003:11"/>
          <p:cNvSpPr/>
          <p:nvPr/>
        </p:nvSpPr>
        <p:spPr>
          <a:xfrm>
            <a:off x="9944280" y="862344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SHN_CONTENT:S003:SOURCE_COMPONENT:12"/>
          <p:cNvPicPr/>
          <p:nvPr/>
        </p:nvPicPr>
        <p:blipFill>
          <a:blip r:embed="rId8"/>
          <a:stretch/>
        </p:blipFill>
        <p:spPr>
          <a:xfrm>
            <a:off x="13106520" y="39243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SHN_CONTENT:S003:SOURCE_COMPONENT:13"/>
          <p:cNvPicPr/>
          <p:nvPr/>
        </p:nvPicPr>
        <p:blipFill>
          <a:blip r:embed="rId9"/>
          <a:stretch/>
        </p:blipFill>
        <p:spPr>
          <a:xfrm>
            <a:off x="13271400" y="4089240"/>
            <a:ext cx="1041120" cy="104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SHN_SOURCE_CHROME:S003:14"/>
          <p:cNvPicPr/>
          <p:nvPr/>
        </p:nvPicPr>
        <p:blipFill>
          <a:blip r:embed="rId10">
            <a:alphaModFix amt="20000"/>
          </a:blip>
          <a:stretch/>
        </p:blipFill>
        <p:spPr>
          <a:xfrm>
            <a:off x="16306920" y="5651640"/>
            <a:ext cx="562572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SHN_CONTENT:S003:source-item-3-heading"/>
          <p:cNvSpPr/>
          <p:nvPr/>
        </p:nvSpPr>
        <p:spPr>
          <a:xfrm>
            <a:off x="16929000" y="4775040"/>
            <a:ext cx="31492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グラフやフロー図を画像化すると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N_CONTENT:S003:source-item-3-number"/>
          <p:cNvSpPr/>
          <p:nvPr/>
        </p:nvSpPr>
        <p:spPr>
          <a:xfrm>
            <a:off x="16916400" y="3797280"/>
            <a:ext cx="17650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59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597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03</a:t>
            </a:r>
            <a:endParaRPr lang="en-US" sz="5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N_CONTENT:S003:source-item-3-body"/>
          <p:cNvSpPr/>
          <p:nvPr/>
        </p:nvSpPr>
        <p:spPr>
          <a:xfrm>
            <a:off x="16916400" y="609588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グラフやフロー図を画像化すると、</a:t>
            </a:r>
            <a:r>
              <a:rPr lang="en-US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PowerPoint</a:t>
            </a: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上で数値やラベルを修正できません。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N_SOURCE_CLEARED:S003:18"/>
          <p:cNvSpPr/>
          <p:nvPr/>
        </p:nvSpPr>
        <p:spPr>
          <a:xfrm>
            <a:off x="16916400" y="736596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N_SOURCE_CLEARED:S003:19"/>
          <p:cNvSpPr/>
          <p:nvPr/>
        </p:nvSpPr>
        <p:spPr>
          <a:xfrm>
            <a:off x="16916400" y="862344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SHN_CONTENT:S003:SOURCE_COMPONENT:20"/>
          <p:cNvPicPr/>
          <p:nvPr/>
        </p:nvPicPr>
        <p:blipFill>
          <a:blip r:embed="rId11"/>
          <a:stretch/>
        </p:blipFill>
        <p:spPr>
          <a:xfrm>
            <a:off x="20078640" y="39243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SHN_CONTENT:S003:SOURCE_COMPONENT:21"/>
          <p:cNvPicPr/>
          <p:nvPr/>
        </p:nvPicPr>
        <p:blipFill>
          <a:blip r:embed="rId12"/>
          <a:stretch/>
        </p:blipFill>
        <p:spPr>
          <a:xfrm>
            <a:off x="20231280" y="4089240"/>
            <a:ext cx="1053720" cy="105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SHN_SOURCE_CHROME:S003:22"/>
          <p:cNvPicPr/>
          <p:nvPr/>
        </p:nvPicPr>
        <p:blipFill>
          <a:blip r:embed="rId13">
            <a:alphaModFix amt="20000"/>
          </a:blip>
          <a:stretch/>
        </p:blipFill>
        <p:spPr>
          <a:xfrm>
            <a:off x="2451240" y="5651640"/>
            <a:ext cx="562572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SHN_CONTENT:S003:source-item-1-heading"/>
          <p:cNvSpPr/>
          <p:nvPr/>
        </p:nvSpPr>
        <p:spPr>
          <a:xfrm>
            <a:off x="3086280" y="4775040"/>
            <a:ext cx="31492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テンプレートを使っても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N_CONTENT:S003:source-item-1-number"/>
          <p:cNvSpPr/>
          <p:nvPr/>
        </p:nvSpPr>
        <p:spPr>
          <a:xfrm>
            <a:off x="3073320" y="3797280"/>
            <a:ext cx="17650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59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597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01</a:t>
            </a:r>
            <a:endParaRPr lang="en-US" sz="5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N_CONTENT:S003:source-item-1-body"/>
          <p:cNvSpPr/>
          <p:nvPr/>
        </p:nvSpPr>
        <p:spPr>
          <a:xfrm>
            <a:off x="3073320" y="609588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テンプレートを使っても、完成スライド上の装飾が失われることがあります。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N_SOURCE_CLEARED:S003:26"/>
          <p:cNvSpPr/>
          <p:nvPr/>
        </p:nvSpPr>
        <p:spPr>
          <a:xfrm>
            <a:off x="3073320" y="736596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N_SOURCE_CLEARED:S003:27"/>
          <p:cNvSpPr/>
          <p:nvPr/>
        </p:nvSpPr>
        <p:spPr>
          <a:xfrm>
            <a:off x="3073320" y="862344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SHN_CONTENT:S003:SOURCE_COMPONENT:28"/>
          <p:cNvPicPr/>
          <p:nvPr/>
        </p:nvPicPr>
        <p:blipFill>
          <a:blip r:embed="rId14"/>
          <a:stretch/>
        </p:blipFill>
        <p:spPr>
          <a:xfrm>
            <a:off x="6235560" y="39243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SHN_CONTENT:S003:SOURCE_COMPONENT:29"/>
          <p:cNvPicPr/>
          <p:nvPr/>
        </p:nvPicPr>
        <p:blipFill>
          <a:blip r:embed="rId15"/>
          <a:stretch/>
        </p:blipFill>
        <p:spPr>
          <a:xfrm>
            <a:off x="6400800" y="4089240"/>
            <a:ext cx="1041120" cy="10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SHN_CONTENT:S003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Pretendard JP SemiBold"/>
                <a:ea typeface="Pretendard JP SemiBold"/>
              </a:rPr>
              <a:t>現状の課題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N_CONTENT:S003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テンプレートを使っても、完成スライド上の装飾が失われることがあります。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N_CONTENT:S003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03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SHN_SOURCE_CHROME:S003:33"/>
          <p:cNvPicPr/>
          <p:nvPr/>
        </p:nvPicPr>
        <p:blipFill>
          <a:blip r:embed="rId16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SHN_SOURCE_CHROME:S003:34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N_SOURCE_CLEARED:S003:36"/>
          <p:cNvSpPr/>
          <p:nvPr/>
        </p:nvSpPr>
        <p:spPr>
          <a:xfrm>
            <a:off x="5435640" y="11188800"/>
            <a:ext cx="13499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