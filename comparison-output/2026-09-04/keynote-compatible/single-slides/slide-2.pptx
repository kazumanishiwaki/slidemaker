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7" r:id="rId5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U-01-0002 | brief.md | SlideHarness 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12AA3C-3C22-4667-8997-7182C61E5B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SHN_SOURCE_CHROME:S002:0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11861640" y="-420372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SHN_SOURCE_CHROME:S002:1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20980440" y="899172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SHN_SOURCE_CLEARED:S002:2"/>
          <p:cNvSpPr/>
          <p:nvPr/>
        </p:nvSpPr>
        <p:spPr>
          <a:xfrm>
            <a:off x="10985400" y="5168880"/>
            <a:ext cx="2425320" cy="19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91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N_CONTENT:S002:source-title"/>
          <p:cNvSpPr/>
          <p:nvPr/>
        </p:nvSpPr>
        <p:spPr>
          <a:xfrm>
            <a:off x="6400800" y="7099200"/>
            <a:ext cx="1159488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884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619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概要</a:t>
            </a:r>
            <a:endParaRPr lang="en-US" sz="6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N_CONTENT:S002:source-message"/>
          <p:cNvSpPr/>
          <p:nvPr/>
        </p:nvSpPr>
        <p:spPr>
          <a:xfrm>
            <a:off x="7188120" y="8369280"/>
            <a:ext cx="1000728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068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任意の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PowerPoint</a:t>
            </a:r>
            <a:r>
              <a:rPr lang="ja-JP" sz="3200" b="0" u="none" strike="noStrike">
                <a:solidFill>
                  <a:srgbClr val="FFFFFF"/>
                </a:solidFill>
                <a:effectLst/>
                <a:uFillTx/>
                <a:latin typeface="Pretendard JP Medium"/>
                <a:ea typeface="Pretendard JP Medium"/>
              </a:rPr>
              <a:t>テンプレートと原稿から、まとまりのある編集可能な提案資料を生成します。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