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6.xml" ContentType="application/vnd.openxmlformats-officedocument.presentationml.slide+xml"/>
  <Override PartName="/ppt/theme/theme1.xml" ContentType="application/vnd.openxmlformats-officedocument.theme+xml"/>
  <Override PartName="/ppt/theme/theme1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notesMasterIdLst>
    <p:notesMasterId r:id="rId3"/>
  </p:notesMasterIdLst>
  <p:sldIdLst>
    <p:sldId id="261" r:id="rId9"/>
  </p:sldIdLst>
  <p:sldSz cx="24384000" cy="13716000"/>
  <p:notesSz cx="6858000" cy="9144000"/>
  <p:embeddedFontLst>
    <p:embeddedFont>
      <p:font typeface="Pretendard JP Bold"/>
    </p:embeddedFont>
    <p:embeddedFont>
      <p:font typeface="Pretendard JP Medium"/>
    </p:embeddedFont>
    <p:embeddedFont>
      <p:font typeface="Pretendard JP SemiBold"/>
    </p:embeddedFont>
    <p:embeddedFont>
      <p:font typeface="Pretendard JP Regular"/>
    </p:embeddedFont>
    <p:embeddedFont>
      <p:font typeface="游ゴシック体"/>
      <p:regular r:id="rId12"/>
      <p:bold r:id="rId12"/>
    </p:embeddedFont>
    <p:embeddedFont>
      <p:font typeface="Arial Unicode MS"/>
      <p:regular r:id="rId13"/>
      <p:bold r:id="rId13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9" Type="http://schemas.openxmlformats.org/officeDocument/2006/relationships/slide" Target="slides/slide6.xml"/><Relationship Id="rId12" Type="http://schemas.openxmlformats.org/officeDocument/2006/relationships/font" Target="fonts/Font_1_&#28216;&#12468;&#12471;&#12483;&#12463;&#20307;_Regular.fntdata"/><Relationship Id="rId13" Type="http://schemas.openxmlformats.org/officeDocument/2006/relationships/font" Target="fonts/Font_2_Arial_Unicode_MS_Regular.fntdata"/><Relationship Id="rId14" Type="http://schemas.openxmlformats.org/officeDocument/2006/relationships/presProps" Target="pres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9144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defRPr>
            </a:lvl1pPr>
          </a:lstStyle>
          <a:p>
            <a:pPr indent="0" algn="r">
              <a:buNone/>
            </a:pPr>
            <a:fld id="{54DC93AA-FDFE-4BED-BD31-B5913991E33B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5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U-01-0017 | brief.md | SlideHarness Next &gt; </a:t>
            </a: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品質条件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U-01-0018 | brief.md | SlideHarness Next &gt; </a:t>
            </a: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品質条件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U-01-0019 | brief.md | SlideHarness Next &gt; </a:t>
            </a: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品質条件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U-01-0020 | brief.md | SlideHarness Next &gt; </a:t>
            </a: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品質条件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U-01-0021 | brief.md | SlideHarness Next &gt; </a:t>
            </a: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品質条件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游明朝体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2765ADC-CE9B-4DD6-B12E-E0A6B96926FF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ADDB601-6E20-41CE-A1AA-1FE44B509A0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5CF6459-DBA7-43B2-8A0F-1987A7C76BA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B9F90C5-3ADD-43D7-84DC-C4ED096B635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7CB2863-4672-46C9-BF71-2483DD50ED0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6FED588-3C99-449D-94EA-94C3341241D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B6F2FD6-52DA-40C0-9B25-56D79B1232A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7F4DF70-AE07-4A5C-A459-E0055CBAB5E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18EFBD7-7C46-4D14-8461-D71421E4647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A7E13C5-23F2-47CF-AB84-8FAD549390C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9144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1218960" y="3209400"/>
            <a:ext cx="21944880" cy="7954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A591C24-07FC-414C-8D09-3F66F3259EE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B257262-7707-40A5-B998-FD8E804A446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Relationship Id="rId9" Type="http://schemas.openxmlformats.org/officeDocument/2006/relationships/image" Target="../media/image18.png"/><Relationship Id="rId10" Type="http://schemas.openxmlformats.org/officeDocument/2006/relationships/image" Target="../media/image19.png"/><Relationship Id="rId11" Type="http://schemas.openxmlformats.org/officeDocument/2006/relationships/image" Target="../media/image25.png"/><Relationship Id="rId12" Type="http://schemas.openxmlformats.org/officeDocument/2006/relationships/image" Target="../media/image19.png"/><Relationship Id="rId13" Type="http://schemas.openxmlformats.org/officeDocument/2006/relationships/image" Target="../media/image18.png"/><Relationship Id="rId14" Type="http://schemas.openxmlformats.org/officeDocument/2006/relationships/image" Target="../media/image19.png"/><Relationship Id="rId15" Type="http://schemas.openxmlformats.org/officeDocument/2006/relationships/slideLayout" Target="../slideLayouts/slideLayout9.xml"/><Relationship Id="rId16" Type="http://schemas.openxmlformats.org/officeDocument/2006/relationships/notesSlide" Target="../notesSlides/notesSlide6.xml"/></Relationships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SHN_SOURCE_CHROME:S006:0"/>
          <p:cNvPicPr/>
          <p:nvPr/>
        </p:nvPicPr>
        <p:blipFill>
          <a:blip r:embed="rId1"/>
          <a:stretch/>
        </p:blipFill>
        <p:spPr>
          <a:xfrm>
            <a:off x="546120" y="507960"/>
            <a:ext cx="23850360" cy="1358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4" name="SHN_CONTENT:S006:SOURCE_COMPONENT:1"/>
          <p:cNvPicPr/>
          <p:nvPr/>
        </p:nvPicPr>
        <p:blipFill>
          <a:blip r:embed="rId2"/>
          <a:stretch/>
        </p:blipFill>
        <p:spPr>
          <a:xfrm>
            <a:off x="17564040" y="3860640"/>
            <a:ext cx="4698720" cy="3543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5" name="SHN_CONTENT:S006:source-item-2-body"/>
          <p:cNvSpPr/>
          <p:nvPr/>
        </p:nvSpPr>
        <p:spPr>
          <a:xfrm>
            <a:off x="17945280" y="5486400"/>
            <a:ext cx="3924000" cy="151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32000"/>
              </a:lnSpc>
            </a:pPr>
            <a:r>
              <a:rPr lang="ja-JP" sz="1870" b="0" u="none" strike="noStrike">
                <a:solidFill>
                  <a:srgbClr val="000000">
                    <a:alpha val="60000"/>
                  </a:srgbClr>
                </a:solidFill>
                <a:effectLst/>
                <a:uFillTx/>
                <a:latin typeface="Pretendard JP Medium"/>
                <a:ea typeface="Pretendard JP Medium"/>
              </a:rPr>
              <a:t>説明できない連続空白が</a:t>
            </a:r>
            <a:r>
              <a:rPr lang="en-US" sz="1870" b="0" u="none" strike="noStrike">
                <a:solidFill>
                  <a:srgbClr val="000000">
                    <a:alpha val="60000"/>
                  </a:srgbClr>
                </a:solidFill>
                <a:effectLst/>
                <a:uFillTx/>
                <a:latin typeface="Pretendard JP Medium"/>
                <a:ea typeface="Pretendard JP Medium"/>
              </a:rPr>
              <a:t>35%</a:t>
            </a:r>
            <a:r>
              <a:rPr lang="ja-JP" sz="1870" b="0" u="none" strike="noStrike">
                <a:solidFill>
                  <a:srgbClr val="000000">
                    <a:alpha val="60000"/>
                  </a:srgbClr>
                </a:solidFill>
                <a:effectLst/>
                <a:uFillTx/>
                <a:latin typeface="Pretendard JP Medium"/>
                <a:ea typeface="Pretendard JP Medium"/>
              </a:rPr>
              <a:t>を超えるページは出力を停止します。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6" name="SHN_SOURCE_CHROME:S006:3"/>
          <p:cNvPicPr/>
          <p:nvPr/>
        </p:nvPicPr>
        <p:blipFill>
          <a:blip r:embed="rId3"/>
          <a:stretch/>
        </p:blipFill>
        <p:spPr>
          <a:xfrm>
            <a:off x="19697760" y="4381560"/>
            <a:ext cx="418680" cy="41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7" name="SHN_CONTENT:S006:source-item-2-heading"/>
          <p:cNvSpPr/>
          <p:nvPr/>
        </p:nvSpPr>
        <p:spPr>
          <a:xfrm>
            <a:off x="18859680" y="4826160"/>
            <a:ext cx="2095200" cy="48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32400" rIns="0" bIns="0" anchor="t">
            <a:noAutofit/>
          </a:bodyPr>
          <a:p>
            <a:pPr algn="ctr" defTabSz="914400">
              <a:lnSpc>
                <a:spcPct val="99000"/>
              </a:lnSpc>
            </a:pPr>
            <a:r>
              <a:rPr lang="ja-JP" sz="2540" b="0" u="none" strike="noStrike">
                <a:solidFill>
                  <a:srgbClr val="FF9A42"/>
                </a:solidFill>
                <a:effectLst/>
                <a:uFillTx/>
                <a:latin typeface="Pretendard JP Bold"/>
                <a:ea typeface="Pretendard JP Bold"/>
              </a:rPr>
              <a:t>連続空白</a:t>
            </a:r>
            <a:endParaRPr lang="en-US" sz="25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SHN_CONTENT:S006:source-item-2-number"/>
          <p:cNvSpPr/>
          <p:nvPr/>
        </p:nvSpPr>
        <p:spPr>
          <a:xfrm>
            <a:off x="19672200" y="4406760"/>
            <a:ext cx="46944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25560" rIns="0" bIns="0" anchor="t">
            <a:noAutofit/>
          </a:bodyPr>
          <a:p>
            <a:pPr algn="ctr" defTabSz="914400">
              <a:lnSpc>
                <a:spcPct val="99000"/>
              </a:lnSpc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Pretendard JP Regular"/>
                <a:ea typeface="Pretendard JP Regular"/>
              </a:rPr>
              <a:t>02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9" name="SHN_CONTENT:S006:SOURCE_COMPONENT:6"/>
          <p:cNvPicPr/>
          <p:nvPr/>
        </p:nvPicPr>
        <p:blipFill>
          <a:blip r:embed="rId4"/>
          <a:stretch/>
        </p:blipFill>
        <p:spPr>
          <a:xfrm>
            <a:off x="12230280" y="3657600"/>
            <a:ext cx="4000320" cy="4000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0" name="SHN_CONTENT:S006:SOURCE_COMPONENT:7"/>
          <p:cNvPicPr/>
          <p:nvPr/>
        </p:nvPicPr>
        <p:blipFill>
          <a:blip r:embed="rId5"/>
          <a:stretch/>
        </p:blipFill>
        <p:spPr>
          <a:xfrm rot="10800000">
            <a:off x="8153640" y="7721640"/>
            <a:ext cx="4000320" cy="4000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1" name="SHN_CONTENT:S006:SOURCE_COMPONENT:8"/>
          <p:cNvPicPr/>
          <p:nvPr/>
        </p:nvPicPr>
        <p:blipFill>
          <a:blip r:embed="rId6"/>
          <a:stretch/>
        </p:blipFill>
        <p:spPr>
          <a:xfrm>
            <a:off x="13538160" y="5092560"/>
            <a:ext cx="1257120" cy="1257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2" name="SHN_CONTENT:S006:SOURCE_COMPONENT:9"/>
          <p:cNvPicPr/>
          <p:nvPr/>
        </p:nvPicPr>
        <p:blipFill>
          <a:blip r:embed="rId7"/>
          <a:stretch/>
        </p:blipFill>
        <p:spPr>
          <a:xfrm>
            <a:off x="9550440" y="8991720"/>
            <a:ext cx="1333080" cy="1333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3" name="SHN_CONTENT:S006:source-title"/>
          <p:cNvSpPr/>
          <p:nvPr/>
        </p:nvSpPr>
        <p:spPr>
          <a:xfrm>
            <a:off x="2590920" y="901800"/>
            <a:ext cx="14363280" cy="58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39240" rIns="0" bIns="0" anchor="t">
            <a:noAutofit/>
          </a:bodyPr>
          <a:p>
            <a:pPr defTabSz="914400">
              <a:lnSpc>
                <a:spcPct val="99000"/>
              </a:lnSpc>
            </a:pPr>
            <a:r>
              <a:rPr lang="ja-JP" sz="309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品質条件</a:t>
            </a:r>
            <a:endParaRPr lang="en-US" sz="3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SHN_CONTENT:S006:source-message"/>
          <p:cNvSpPr/>
          <p:nvPr/>
        </p:nvSpPr>
        <p:spPr>
          <a:xfrm>
            <a:off x="2590920" y="1409760"/>
            <a:ext cx="14325120" cy="40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27000" rIns="0" bIns="0" anchor="t">
            <a:noAutofit/>
          </a:bodyPr>
          <a:p>
            <a:pPr defTabSz="914400">
              <a:lnSpc>
                <a:spcPct val="99000"/>
              </a:lnSpc>
            </a:pPr>
            <a:r>
              <a:rPr lang="ja-JP" sz="2130" b="0" u="none" strike="noStrike">
                <a:solidFill>
                  <a:srgbClr val="000000">
                    <a:alpha val="50000"/>
                  </a:srgbClr>
                </a:solidFill>
                <a:effectLst/>
                <a:uFillTx/>
                <a:latin typeface="Pretendard JP Medium"/>
                <a:ea typeface="Pretendard JP Medium"/>
              </a:rPr>
              <a:t>標準ページの意味ある占有率は</a:t>
            </a:r>
            <a:r>
              <a:rPr lang="en-US" sz="2130" b="0" u="none" strike="noStrike">
                <a:solidFill>
                  <a:srgbClr val="000000">
                    <a:alpha val="50000"/>
                  </a:srgbClr>
                </a:solidFill>
                <a:effectLst/>
                <a:uFillTx/>
                <a:latin typeface="Pretendard JP Medium"/>
                <a:ea typeface="Pretendard JP Medium"/>
              </a:rPr>
              <a:t>55</a:t>
            </a:r>
            <a:r>
              <a:rPr lang="ja-JP" sz="2130" b="0" u="none" strike="noStrike">
                <a:solidFill>
                  <a:srgbClr val="000000">
                    <a:alpha val="50000"/>
                  </a:srgbClr>
                </a:solidFill>
                <a:effectLst/>
                <a:uFillTx/>
                <a:latin typeface="Pretendard JP Medium"/>
                <a:ea typeface="Pretendard JP Medium"/>
              </a:rPr>
              <a:t>〜</a:t>
            </a:r>
            <a:r>
              <a:rPr lang="en-US" sz="2130" b="0" u="none" strike="noStrike">
                <a:solidFill>
                  <a:srgbClr val="000000">
                    <a:alpha val="50000"/>
                  </a:srgbClr>
                </a:solidFill>
                <a:effectLst/>
                <a:uFillTx/>
                <a:latin typeface="Pretendard JP Medium"/>
                <a:ea typeface="Pretendard JP Medium"/>
              </a:rPr>
              <a:t>85%</a:t>
            </a:r>
            <a:r>
              <a:rPr lang="ja-JP" sz="2130" b="0" u="none" strike="noStrike">
                <a:solidFill>
                  <a:srgbClr val="000000">
                    <a:alpha val="50000"/>
                  </a:srgbClr>
                </a:solidFill>
                <a:effectLst/>
                <a:uFillTx/>
                <a:latin typeface="Pretendard JP Medium"/>
                <a:ea typeface="Pretendard JP Medium"/>
              </a:rPr>
              <a:t>とします。</a:t>
            </a:r>
            <a:endParaRPr lang="en-US" sz="2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SHN_CONTENT:S006:source-page-number"/>
          <p:cNvSpPr/>
          <p:nvPr/>
        </p:nvSpPr>
        <p:spPr>
          <a:xfrm>
            <a:off x="876240" y="787320"/>
            <a:ext cx="1396800" cy="111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77760" rIns="0" bIns="0" anchor="t">
            <a:noAutofit/>
          </a:bodyPr>
          <a:p>
            <a:pPr algn="ctr" defTabSz="914400">
              <a:lnSpc>
                <a:spcPct val="99000"/>
              </a:lnSpc>
            </a:pPr>
            <a:r>
              <a:rPr lang="en-US" sz="6130" b="0" u="none" strike="noStrike">
                <a:solidFill>
                  <a:srgbClr val="FFFFFF"/>
                </a:solidFill>
                <a:effectLst/>
                <a:uFillTx/>
                <a:latin typeface="Pretendard JP Bold"/>
                <a:ea typeface="Pretendard JP Bold"/>
              </a:rPr>
              <a:t>06</a:t>
            </a:r>
            <a:endParaRPr lang="en-US" sz="6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6" name="SHN_SOURCE_CHROME:S006:13"/>
          <p:cNvPicPr/>
          <p:nvPr/>
        </p:nvPicPr>
        <p:blipFill>
          <a:blip r:embed="rId8"/>
          <a:stretch/>
        </p:blipFill>
        <p:spPr>
          <a:xfrm>
            <a:off x="20294640" y="1143000"/>
            <a:ext cx="609120" cy="495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7" name="SHN_SOURCE_CHROME:S006:14"/>
          <p:cNvSpPr/>
          <p:nvPr/>
        </p:nvSpPr>
        <p:spPr>
          <a:xfrm>
            <a:off x="20967840" y="1155600"/>
            <a:ext cx="2730240" cy="48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32760" rIns="0" bIns="0" anchor="t">
            <a:noAutofit/>
          </a:bodyPr>
          <a:p>
            <a:pPr defTabSz="914400">
              <a:lnSpc>
                <a:spcPct val="99000"/>
              </a:lnSpc>
            </a:pPr>
            <a:r>
              <a:rPr lang="en-US" sz="2570" b="0" u="none" strike="noStrike">
                <a:solidFill>
                  <a:srgbClr val="000000"/>
                </a:solidFill>
                <a:effectLst/>
                <a:uFillTx/>
                <a:latin typeface="Pretendard JP Bold"/>
                <a:ea typeface="Pretendard JP Bold"/>
              </a:rPr>
              <a:t>MIRI </a:t>
            </a:r>
            <a:r>
              <a:rPr lang="en-US" sz="2570" b="0" u="none" strike="noStrike">
                <a:solidFill>
                  <a:srgbClr val="000000"/>
                </a:solidFill>
                <a:effectLst/>
                <a:uFillTx/>
                <a:latin typeface="Pretendard JP Regular"/>
                <a:ea typeface="Pretendard JP Regular"/>
              </a:rPr>
              <a:t>Company</a:t>
            </a:r>
            <a:endParaRPr lang="en-US" sz="2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8" name="SHN_CONTENT:S006:SOURCE_COMPONENT:15"/>
          <p:cNvPicPr/>
          <p:nvPr/>
        </p:nvPicPr>
        <p:blipFill>
          <a:blip r:embed="rId9"/>
          <a:stretch/>
        </p:blipFill>
        <p:spPr>
          <a:xfrm>
            <a:off x="2006640" y="3860640"/>
            <a:ext cx="4698720" cy="3543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9" name="SHN_CONTENT:S006:source-item-1-body"/>
          <p:cNvSpPr/>
          <p:nvPr/>
        </p:nvSpPr>
        <p:spPr>
          <a:xfrm>
            <a:off x="2400480" y="5486400"/>
            <a:ext cx="3924000" cy="151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32000"/>
              </a:lnSpc>
            </a:pPr>
            <a:r>
              <a:rPr lang="ja-JP" sz="1870" b="0" u="none" strike="noStrike">
                <a:solidFill>
                  <a:srgbClr val="000000">
                    <a:alpha val="60000"/>
                  </a:srgbClr>
                </a:solidFill>
                <a:effectLst/>
                <a:uFillTx/>
                <a:latin typeface="Pretendard JP Medium"/>
                <a:ea typeface="Pretendard JP Medium"/>
              </a:rPr>
              <a:t>標準ページの意味ある占有率は</a:t>
            </a:r>
            <a:r>
              <a:rPr lang="en-US" sz="1870" b="0" u="none" strike="noStrike">
                <a:solidFill>
                  <a:srgbClr val="000000">
                    <a:alpha val="60000"/>
                  </a:srgbClr>
                </a:solidFill>
                <a:effectLst/>
                <a:uFillTx/>
                <a:latin typeface="Pretendard JP Medium"/>
                <a:ea typeface="Pretendard JP Medium"/>
              </a:rPr>
              <a:t>55</a:t>
            </a:r>
            <a:r>
              <a:rPr lang="ja-JP" sz="1870" b="0" u="none" strike="noStrike">
                <a:solidFill>
                  <a:srgbClr val="000000">
                    <a:alpha val="60000"/>
                  </a:srgbClr>
                </a:solidFill>
                <a:effectLst/>
                <a:uFillTx/>
                <a:latin typeface="Pretendard JP Medium"/>
                <a:ea typeface="Pretendard JP Medium"/>
              </a:rPr>
              <a:t>〜</a:t>
            </a:r>
            <a:r>
              <a:rPr lang="en-US" sz="1870" b="0" u="none" strike="noStrike">
                <a:solidFill>
                  <a:srgbClr val="000000">
                    <a:alpha val="60000"/>
                  </a:srgbClr>
                </a:solidFill>
                <a:effectLst/>
                <a:uFillTx/>
                <a:latin typeface="Pretendard JP Medium"/>
                <a:ea typeface="Pretendard JP Medium"/>
              </a:rPr>
              <a:t>85%</a:t>
            </a:r>
            <a:r>
              <a:rPr lang="ja-JP" sz="1870" b="0" u="none" strike="noStrike">
                <a:solidFill>
                  <a:srgbClr val="000000">
                    <a:alpha val="60000"/>
                  </a:srgbClr>
                </a:solidFill>
                <a:effectLst/>
                <a:uFillTx/>
                <a:latin typeface="Pretendard JP Medium"/>
                <a:ea typeface="Pretendard JP Medium"/>
              </a:rPr>
              <a:t>とします。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0" name="SHN_SOURCE_CHROME:S006:17"/>
          <p:cNvPicPr/>
          <p:nvPr/>
        </p:nvPicPr>
        <p:blipFill>
          <a:blip r:embed="rId10"/>
          <a:stretch/>
        </p:blipFill>
        <p:spPr>
          <a:xfrm>
            <a:off x="4140360" y="4381560"/>
            <a:ext cx="418680" cy="41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1" name="SHN_CONTENT:S006:source-item-1-heading"/>
          <p:cNvSpPr/>
          <p:nvPr/>
        </p:nvSpPr>
        <p:spPr>
          <a:xfrm>
            <a:off x="3314880" y="4826160"/>
            <a:ext cx="2095200" cy="48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32400" rIns="0" bIns="0" anchor="t">
            <a:noAutofit/>
          </a:bodyPr>
          <a:p>
            <a:pPr algn="ctr" defTabSz="914400">
              <a:lnSpc>
                <a:spcPct val="99000"/>
              </a:lnSpc>
            </a:pPr>
            <a:r>
              <a:rPr lang="ja-JP" sz="2540" b="0" u="none" strike="noStrike">
                <a:solidFill>
                  <a:srgbClr val="FF9A42"/>
                </a:solidFill>
                <a:effectLst/>
                <a:uFillTx/>
                <a:latin typeface="Pretendard JP Bold"/>
                <a:ea typeface="Pretendard JP Bold"/>
              </a:rPr>
              <a:t>意味ある占有率</a:t>
            </a:r>
            <a:endParaRPr lang="en-US" sz="25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SHN_CONTENT:S006:source-item-1-number"/>
          <p:cNvSpPr/>
          <p:nvPr/>
        </p:nvSpPr>
        <p:spPr>
          <a:xfrm>
            <a:off x="4114800" y="4406760"/>
            <a:ext cx="46944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25560" rIns="0" bIns="0" anchor="t">
            <a:noAutofit/>
          </a:bodyPr>
          <a:p>
            <a:pPr algn="ctr" defTabSz="914400">
              <a:lnSpc>
                <a:spcPct val="99000"/>
              </a:lnSpc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Pretendard JP Regular"/>
                <a:ea typeface="Pretendard JP Regular"/>
              </a:rPr>
              <a:t>01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3" name="SHN_CONTENT:S006:SOURCE_COMPONENT:20"/>
          <p:cNvPicPr/>
          <p:nvPr/>
        </p:nvPicPr>
        <p:blipFill>
          <a:blip r:embed="rId11"/>
          <a:stretch/>
        </p:blipFill>
        <p:spPr>
          <a:xfrm>
            <a:off x="2006640" y="7962840"/>
            <a:ext cx="4698720" cy="3543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4" name="SHN_CONTENT:S006:source-item-3-body"/>
          <p:cNvSpPr/>
          <p:nvPr/>
        </p:nvSpPr>
        <p:spPr>
          <a:xfrm>
            <a:off x="2400480" y="9588600"/>
            <a:ext cx="3924000" cy="151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32000"/>
              </a:lnSpc>
            </a:pPr>
            <a:r>
              <a:rPr lang="ja-JP" sz="1870" b="0" u="none" strike="noStrike">
                <a:solidFill>
                  <a:srgbClr val="000000">
                    <a:alpha val="60000"/>
                  </a:srgbClr>
                </a:solidFill>
                <a:effectLst/>
                <a:uFillTx/>
                <a:latin typeface="Pretendard JP Medium"/>
                <a:ea typeface="Pretendard JP Medium"/>
              </a:rPr>
              <a:t>本文文字の下限は</a:t>
            </a:r>
            <a:r>
              <a:rPr lang="en-US" sz="1870" b="0" u="none" strike="noStrike">
                <a:solidFill>
                  <a:srgbClr val="000000">
                    <a:alpha val="60000"/>
                  </a:srgbClr>
                </a:solidFill>
                <a:effectLst/>
                <a:uFillTx/>
                <a:latin typeface="Pretendard JP Medium"/>
                <a:ea typeface="Pretendard JP Medium"/>
              </a:rPr>
              <a:t>9.5pt</a:t>
            </a:r>
            <a:r>
              <a:rPr lang="ja-JP" sz="1870" b="0" u="none" strike="noStrike">
                <a:solidFill>
                  <a:srgbClr val="000000">
                    <a:alpha val="60000"/>
                  </a:srgbClr>
                </a:solidFill>
                <a:effectLst/>
                <a:uFillTx/>
                <a:latin typeface="Pretendard JP Medium"/>
                <a:ea typeface="Pretendard JP Medium"/>
              </a:rPr>
              <a:t>とし、縮小前にページ分割を検討します。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5" name="SHN_SOURCE_CHROME:S006:22"/>
          <p:cNvPicPr/>
          <p:nvPr/>
        </p:nvPicPr>
        <p:blipFill>
          <a:blip r:embed="rId12"/>
          <a:stretch/>
        </p:blipFill>
        <p:spPr>
          <a:xfrm>
            <a:off x="4140360" y="8483760"/>
            <a:ext cx="418680" cy="41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6" name="SHN_CONTENT:S006:source-item-3-heading"/>
          <p:cNvSpPr/>
          <p:nvPr/>
        </p:nvSpPr>
        <p:spPr>
          <a:xfrm>
            <a:off x="3314880" y="8928000"/>
            <a:ext cx="2095200" cy="48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32400" rIns="0" bIns="0" anchor="t">
            <a:noAutofit/>
          </a:bodyPr>
          <a:p>
            <a:pPr algn="ctr" defTabSz="914400">
              <a:lnSpc>
                <a:spcPct val="99000"/>
              </a:lnSpc>
            </a:pPr>
            <a:r>
              <a:rPr lang="ja-JP" sz="2540" b="0" u="none" strike="noStrike">
                <a:solidFill>
                  <a:srgbClr val="FF9A42"/>
                </a:solidFill>
                <a:effectLst/>
                <a:uFillTx/>
                <a:latin typeface="Pretendard JP Bold"/>
                <a:ea typeface="Pretendard JP Bold"/>
              </a:rPr>
              <a:t>本文文字の下限</a:t>
            </a:r>
            <a:endParaRPr lang="en-US" sz="25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SHN_CONTENT:S006:source-item-3-number"/>
          <p:cNvSpPr/>
          <p:nvPr/>
        </p:nvSpPr>
        <p:spPr>
          <a:xfrm>
            <a:off x="4114800" y="8496360"/>
            <a:ext cx="46944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25560" rIns="0" bIns="0" anchor="t">
            <a:noAutofit/>
          </a:bodyPr>
          <a:p>
            <a:pPr algn="ctr" defTabSz="914400">
              <a:lnSpc>
                <a:spcPct val="99000"/>
              </a:lnSpc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Pretendard JP Regular"/>
                <a:ea typeface="Pretendard JP Regular"/>
              </a:rPr>
              <a:t>03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8" name="SHN_CONTENT:S006:SOURCE_COMPONENT:25"/>
          <p:cNvPicPr/>
          <p:nvPr/>
        </p:nvPicPr>
        <p:blipFill>
          <a:blip r:embed="rId13"/>
          <a:stretch/>
        </p:blipFill>
        <p:spPr>
          <a:xfrm>
            <a:off x="17564040" y="7962840"/>
            <a:ext cx="4698720" cy="3543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9" name="SHN_CONTENT:S006:source-item-4-body"/>
          <p:cNvSpPr/>
          <p:nvPr/>
        </p:nvSpPr>
        <p:spPr>
          <a:xfrm>
            <a:off x="17945280" y="9588600"/>
            <a:ext cx="3924000" cy="151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32000"/>
              </a:lnSpc>
            </a:pPr>
            <a:r>
              <a:rPr lang="ja-JP" sz="1870" b="0" u="none" strike="noStrike">
                <a:solidFill>
                  <a:srgbClr val="000000">
                    <a:alpha val="60000"/>
                  </a:srgbClr>
                </a:solidFill>
                <a:effectLst/>
                <a:uFillTx/>
                <a:latin typeface="Pretendard JP Medium"/>
                <a:ea typeface="Pretendard JP Medium"/>
              </a:rPr>
              <a:t>未解決画像がある状態を完成として扱うことは禁止します。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0" name="SHN_SOURCE_CHROME:S006:27"/>
          <p:cNvPicPr/>
          <p:nvPr/>
        </p:nvPicPr>
        <p:blipFill>
          <a:blip r:embed="rId14"/>
          <a:stretch/>
        </p:blipFill>
        <p:spPr>
          <a:xfrm>
            <a:off x="19697760" y="8483760"/>
            <a:ext cx="418680" cy="41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1" name="SHN_CONTENT:S006:source-item-4-heading"/>
          <p:cNvSpPr/>
          <p:nvPr/>
        </p:nvSpPr>
        <p:spPr>
          <a:xfrm>
            <a:off x="18859680" y="8928000"/>
            <a:ext cx="2095200" cy="48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32400" rIns="0" bIns="0" anchor="t">
            <a:noAutofit/>
          </a:bodyPr>
          <a:p>
            <a:pPr algn="ctr" defTabSz="914400">
              <a:lnSpc>
                <a:spcPct val="99000"/>
              </a:lnSpc>
            </a:pPr>
            <a:r>
              <a:rPr lang="ja-JP" sz="2540" b="0" u="none" strike="noStrike">
                <a:solidFill>
                  <a:srgbClr val="FF9A42"/>
                </a:solidFill>
                <a:effectLst/>
                <a:uFillTx/>
                <a:latin typeface="Pretendard JP Bold"/>
                <a:ea typeface="Pretendard JP Bold"/>
              </a:rPr>
              <a:t>未解決画像</a:t>
            </a:r>
            <a:endParaRPr lang="en-US" sz="25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SHN_CONTENT:S006:source-item-4-number"/>
          <p:cNvSpPr/>
          <p:nvPr/>
        </p:nvSpPr>
        <p:spPr>
          <a:xfrm>
            <a:off x="19672200" y="8496360"/>
            <a:ext cx="46944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25560" rIns="0" bIns="0" anchor="t">
            <a:noAutofit/>
          </a:bodyPr>
          <a:p>
            <a:pPr algn="ctr" defTabSz="914400">
              <a:lnSpc>
                <a:spcPct val="99000"/>
              </a:lnSpc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Pretendard JP Regular"/>
                <a:ea typeface="Pretendard JP Regular"/>
              </a:rPr>
              <a:t>04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LibreOffice/26.2.3.2$MacOSX_AARCH64 LibreOffice_project/70e089b17412e4cb7773e41413306b17a2328c34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language>ja-JP</dc:language>
  <cp:lastModifiedBy/>
  <dcterms:modified xsi:type="dcterms:W3CDTF">2011-08-01T06:04:30Z</dcterms:modified>
  <cp:revision>1</cp:revision>
  <dc:subject>Generated by SlideHarness Next greenfield MVP</dc:subject>
  <dc:title>SlideHarness Next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