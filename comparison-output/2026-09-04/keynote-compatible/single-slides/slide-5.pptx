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60" r:id="rId8"/>
  </p:sldIdLst>
  <p:sldSz cx="24384000" cy="13716000"/>
  <p:notesSz cx="6858000" cy="9144000"/>
  <p:embeddedFontLst>
    <p:embeddedFont>
      <p:font typeface="Pretendard JP Bold"/>
    </p:embeddedFont>
    <p:embeddedFont>
      <p:font typeface="Pretendard JP Medium"/>
    </p:embeddedFont>
    <p:embeddedFont>
      <p:font typeface="Pretendard JP SemiBold"/>
    </p:embeddedFont>
    <p:embeddedFont>
      <p:font typeface="Pretendard JP Regular"/>
    </p:embeddedFont>
    <p:embeddedFont>
      <p:font typeface="游ゴシック体"/>
      <p:regular r:id="rId12"/>
      <p:bold r:id="rId12"/>
    </p:embeddedFont>
    <p:embeddedFont>
      <p:font typeface="Arial Unicode MS"/>
      <p:regular r:id="rId13"/>
      <p:bold r:id="rId13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12" Type="http://schemas.openxmlformats.org/officeDocument/2006/relationships/font" Target="fonts/Font_1_&#28216;&#12468;&#12471;&#12483;&#12463;&#20307;_Regular.fntdata"/><Relationship Id="rId13" Type="http://schemas.openxmlformats.org/officeDocument/2006/relationships/font" Target="fonts/Font_2_Arial_Unicode_MS_Regular.fntdata"/><Relationship Id="rId1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buNone/>
            </a:pPr>
            <a:fld id="{54DC93AA-FDFE-4BED-BD31-B5913991E3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U-01-0012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生成フロー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U-01-0013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生成フロー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U-01-0014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生成フロー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U-01-0015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生成フロー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U-01-0016 | brief.md | SlideHarness Next &gt; 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生成フロー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C57E11-49E3-4EB2-A329-79D8B8B3B17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DDB601-6E20-41CE-A1AA-1FE44B509A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CF6459-DBA7-43B2-8A0F-1987A7C76B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9F90C5-3ADD-43D7-84DC-C4ED096B63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CB2863-4672-46C9-BF71-2483DD50ED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ED588-3C99-449D-94EA-94C334124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F2FD6-52DA-40C0-9B25-56D79B1232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F4DF70-AE07-4A5C-A459-E0055CBAB5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EFBD7-7C46-4D14-8461-D71421E464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7E13C5-23F2-47CF-AB84-8FAD549390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591C24-07FC-414C-8D09-3F66F3259E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游明朝体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257262-7707-40A5-B998-FD8E804A44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游明朝体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slideLayout" Target="../slideLayouts/slideLayout9.xml"/><Relationship Id="rId17" Type="http://schemas.openxmlformats.org/officeDocument/2006/relationships/notesSlide" Target="../notesSlides/notesSlide5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SHN_SOURCE_CHROME:S005:0"/>
          <p:cNvPicPr/>
          <p:nvPr/>
        </p:nvPicPr>
        <p:blipFill>
          <a:blip r:embed="rId1"/>
          <a:stretch/>
        </p:blipFill>
        <p:spPr>
          <a:xfrm>
            <a:off x="546120" y="507960"/>
            <a:ext cx="23850360" cy="135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SHN_CONTENT:S005:SOURCE_COMPONENT:1"/>
          <p:cNvPicPr/>
          <p:nvPr/>
        </p:nvPicPr>
        <p:blipFill>
          <a:blip r:embed="rId2"/>
          <a:stretch/>
        </p:blipFill>
        <p:spPr>
          <a:xfrm>
            <a:off x="584280" y="4795560"/>
            <a:ext cx="23316840" cy="10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N_CONTENT:S005:source-title"/>
          <p:cNvSpPr/>
          <p:nvPr/>
        </p:nvSpPr>
        <p:spPr>
          <a:xfrm>
            <a:off x="2590920" y="901800"/>
            <a:ext cx="1436328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924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3090" b="0" u="none" strike="noStrike">
                <a:solidFill>
                  <a:srgbClr val="000000"/>
                </a:solidFill>
                <a:effectLst/>
                <a:uFillTx/>
                <a:latin typeface="Pretendard JP SemiBold"/>
                <a:ea typeface="Pretendard JP SemiBold"/>
              </a:rPr>
              <a:t>生成フロー</a:t>
            </a:r>
            <a:endParaRPr lang="en-US" sz="3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N_CONTENT:S005:source-message"/>
          <p:cNvSpPr/>
          <p:nvPr/>
        </p:nvSpPr>
        <p:spPr>
          <a:xfrm>
            <a:off x="2590920" y="1409760"/>
            <a:ext cx="1432512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700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ja-JP" sz="2130" b="0" u="none" strike="noStrike">
                <a:solidFill>
                  <a:srgbClr val="000000">
                    <a:alpha val="50000"/>
                  </a:srgbClr>
                </a:solidFill>
                <a:effectLst/>
                <a:uFillTx/>
                <a:latin typeface="Pretendard JP Medium"/>
                <a:ea typeface="Pretendard JP Medium"/>
              </a:rPr>
              <a:t>原稿とテンプレートを解析します。</a:t>
            </a:r>
            <a:endParaRPr lang="en-US" sz="2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N_CONTENT:S005:source-page-number"/>
          <p:cNvSpPr/>
          <p:nvPr/>
        </p:nvSpPr>
        <p:spPr>
          <a:xfrm>
            <a:off x="876240" y="787320"/>
            <a:ext cx="139680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7760" rIns="0" bIns="0" anchor="t">
            <a:noAutofit/>
          </a:bodyPr>
          <a:p>
            <a:pPr algn="ctr" defTabSz="914400">
              <a:lnSpc>
                <a:spcPct val="99000"/>
              </a:lnSpc>
            </a:pPr>
            <a:r>
              <a:rPr lang="en-US" sz="6130" b="0" u="none" strike="noStrike">
                <a:solidFill>
                  <a:srgbClr val="FFFFFF"/>
                </a:solidFill>
                <a:effectLst/>
                <a:uFillTx/>
                <a:latin typeface="Pretendard JP Bold"/>
                <a:ea typeface="Pretendard JP Bold"/>
              </a:rPr>
              <a:t>05</a:t>
            </a:r>
            <a:endParaRPr lang="en-US" sz="6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SHN_SOURCE_CHROME:S005:5"/>
          <p:cNvPicPr/>
          <p:nvPr/>
        </p:nvPicPr>
        <p:blipFill>
          <a:blip r:embed="rId3"/>
          <a:stretch/>
        </p:blipFill>
        <p:spPr>
          <a:xfrm>
            <a:off x="20294640" y="1143000"/>
            <a:ext cx="609120" cy="49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SHN_SOURCE_CHROME:S005:6"/>
          <p:cNvSpPr/>
          <p:nvPr/>
        </p:nvSpPr>
        <p:spPr>
          <a:xfrm>
            <a:off x="20967840" y="1155600"/>
            <a:ext cx="27302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2760" rIns="0" bIns="0" anchor="t">
            <a:noAutofit/>
          </a:bodyPr>
          <a:p>
            <a:pPr defTabSz="914400">
              <a:lnSpc>
                <a:spcPct val="99000"/>
              </a:lnSpc>
            </a:pP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Bold"/>
                <a:ea typeface="Pretendard JP Bold"/>
              </a:rPr>
              <a:t>MIRI </a:t>
            </a:r>
            <a:r>
              <a:rPr lang="en-US" sz="2570" b="0" u="none" strike="noStrike">
                <a:solidFill>
                  <a:srgbClr val="000000"/>
                </a:solidFill>
                <a:effectLst/>
                <a:uFillTx/>
                <a:latin typeface="Pretendard JP Regular"/>
                <a:ea typeface="Pretendard JP Regular"/>
              </a:rPr>
              <a:t>Company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SHN_SOURCE_CHROME:S005:7"/>
          <p:cNvPicPr/>
          <p:nvPr/>
        </p:nvPicPr>
        <p:blipFill>
          <a:blip r:embed="rId4">
            <a:alphaModFix amt="20000"/>
          </a:blip>
          <a:stretch/>
        </p:blipFill>
        <p:spPr>
          <a:xfrm rot="16200000">
            <a:off x="1866960" y="4961160"/>
            <a:ext cx="1383840" cy="5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SHN_CONTENT:S005:SOURCE_COMPONENT:8"/>
          <p:cNvPicPr/>
          <p:nvPr/>
        </p:nvPicPr>
        <p:blipFill>
          <a:blip r:embed="rId5"/>
          <a:stretch/>
        </p:blipFill>
        <p:spPr>
          <a:xfrm>
            <a:off x="2311560" y="5316120"/>
            <a:ext cx="4508280" cy="580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SHN_CONTENT:S005:source-step-1-heading"/>
          <p:cNvSpPr/>
          <p:nvPr/>
        </p:nvSpPr>
        <p:spPr>
          <a:xfrm>
            <a:off x="2819520" y="7360920"/>
            <a:ext cx="377172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原稿とテンプレートを解析します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N_SOURCE_CLEARED:S005:11"/>
          <p:cNvSpPr/>
          <p:nvPr/>
        </p:nvSpPr>
        <p:spPr>
          <a:xfrm>
            <a:off x="2819520" y="8351640"/>
            <a:ext cx="375876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N_SOURCE_CLEARED:S005:12"/>
          <p:cNvSpPr/>
          <p:nvPr/>
        </p:nvSpPr>
        <p:spPr>
          <a:xfrm>
            <a:off x="2819520" y="9342000"/>
            <a:ext cx="377172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N_CONTENT:S005:source-step-1-number"/>
          <p:cNvSpPr/>
          <p:nvPr/>
        </p:nvSpPr>
        <p:spPr>
          <a:xfrm>
            <a:off x="3009960" y="6014880"/>
            <a:ext cx="293328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80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01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SHN_SOURCE_CHROME:S005:13"/>
          <p:cNvPicPr/>
          <p:nvPr/>
        </p:nvPicPr>
        <p:blipFill>
          <a:blip r:embed="rId6">
            <a:alphaModFix amt="20000"/>
          </a:blip>
          <a:stretch/>
        </p:blipFill>
        <p:spPr>
          <a:xfrm>
            <a:off x="2540160" y="7018200"/>
            <a:ext cx="4228920" cy="6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SHN_SOURCE_CHROME:S005:14"/>
          <p:cNvPicPr/>
          <p:nvPr/>
        </p:nvPicPr>
        <p:blipFill>
          <a:blip r:embed="rId7">
            <a:alphaModFix amt="20000"/>
          </a:blip>
          <a:stretch/>
        </p:blipFill>
        <p:spPr>
          <a:xfrm rot="16200000">
            <a:off x="7010280" y="4961160"/>
            <a:ext cx="1383840" cy="5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SHN_CONTENT:S005:SOURCE_COMPONENT:15"/>
          <p:cNvPicPr/>
          <p:nvPr/>
        </p:nvPicPr>
        <p:blipFill>
          <a:blip r:embed="rId8"/>
          <a:stretch/>
        </p:blipFill>
        <p:spPr>
          <a:xfrm>
            <a:off x="7454880" y="5316120"/>
            <a:ext cx="4508280" cy="580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SHN_CONTENT:S005:source-step-2-heading"/>
          <p:cNvSpPr/>
          <p:nvPr/>
        </p:nvSpPr>
        <p:spPr>
          <a:xfrm>
            <a:off x="7975440" y="7360920"/>
            <a:ext cx="377172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全情報単位の採用先を</a:t>
            </a:r>
            <a:r>
              <a:rPr lang="en-US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Cover…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N_CONTENT:S005:source-step-2-body"/>
          <p:cNvSpPr/>
          <p:nvPr/>
        </p:nvSpPr>
        <p:spPr>
          <a:xfrm>
            <a:off x="7975440" y="8351640"/>
            <a:ext cx="375876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全情報単位の採用先を</a:t>
            </a:r>
            <a:r>
              <a:rPr lang="en-US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Coverage Map</a:t>
            </a: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で決めます。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N_SOURCE_CLEARED:S005:20"/>
          <p:cNvSpPr/>
          <p:nvPr/>
        </p:nvSpPr>
        <p:spPr>
          <a:xfrm>
            <a:off x="7975440" y="9342000"/>
            <a:ext cx="377172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N_CONTENT:S005:source-step-2-number"/>
          <p:cNvSpPr/>
          <p:nvPr/>
        </p:nvSpPr>
        <p:spPr>
          <a:xfrm>
            <a:off x="8153280" y="6014880"/>
            <a:ext cx="293328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80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02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SHN_SOURCE_CHROME:S005:20"/>
          <p:cNvPicPr/>
          <p:nvPr/>
        </p:nvPicPr>
        <p:blipFill>
          <a:blip r:embed="rId9">
            <a:alphaModFix amt="20000"/>
          </a:blip>
          <a:stretch/>
        </p:blipFill>
        <p:spPr>
          <a:xfrm>
            <a:off x="7683480" y="7018200"/>
            <a:ext cx="4228920" cy="6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SHN_SOURCE_CHROME:S005:21"/>
          <p:cNvPicPr/>
          <p:nvPr/>
        </p:nvPicPr>
        <p:blipFill>
          <a:blip r:embed="rId10">
            <a:alphaModFix amt="20000"/>
          </a:blip>
          <a:stretch/>
        </p:blipFill>
        <p:spPr>
          <a:xfrm rot="16200000">
            <a:off x="12153960" y="4961160"/>
            <a:ext cx="1383840" cy="5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SHN_CONTENT:S005:SOURCE_COMPONENT:22"/>
          <p:cNvPicPr/>
          <p:nvPr/>
        </p:nvPicPr>
        <p:blipFill>
          <a:blip r:embed="rId11"/>
          <a:stretch/>
        </p:blipFill>
        <p:spPr>
          <a:xfrm>
            <a:off x="12598560" y="5316120"/>
            <a:ext cx="4508280" cy="580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SHN_CONTENT:S005:source-step-3-heading"/>
          <p:cNvSpPr/>
          <p:nvPr/>
        </p:nvSpPr>
        <p:spPr>
          <a:xfrm>
            <a:off x="13119120" y="7360920"/>
            <a:ext cx="377172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代表</a:t>
            </a:r>
            <a:r>
              <a:rPr lang="en-US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3</a:t>
            </a: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ページを生成し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N_CONTENT:S005:source-step-3-body"/>
          <p:cNvSpPr/>
          <p:nvPr/>
        </p:nvSpPr>
        <p:spPr>
          <a:xfrm>
            <a:off x="13119120" y="8351640"/>
            <a:ext cx="375876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代表</a:t>
            </a:r>
            <a:r>
              <a:rPr lang="en-US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3</a:t>
            </a: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ページを生成し、テンプレートらしさと密度を確認します。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N_SOURCE_CLEARED:S005:28"/>
          <p:cNvSpPr/>
          <p:nvPr/>
        </p:nvSpPr>
        <p:spPr>
          <a:xfrm>
            <a:off x="13119120" y="9342000"/>
            <a:ext cx="377172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N_CONTENT:S005:source-step-3-number"/>
          <p:cNvSpPr/>
          <p:nvPr/>
        </p:nvSpPr>
        <p:spPr>
          <a:xfrm>
            <a:off x="13296960" y="6014880"/>
            <a:ext cx="293328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80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03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SHN_SOURCE_CHROME:S005:27"/>
          <p:cNvPicPr/>
          <p:nvPr/>
        </p:nvPicPr>
        <p:blipFill>
          <a:blip r:embed="rId12">
            <a:alphaModFix amt="20000"/>
          </a:blip>
          <a:stretch/>
        </p:blipFill>
        <p:spPr>
          <a:xfrm>
            <a:off x="12827160" y="7018200"/>
            <a:ext cx="4228920" cy="6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SHN_SOURCE_CHROME:S005:28"/>
          <p:cNvPicPr/>
          <p:nvPr/>
        </p:nvPicPr>
        <p:blipFill>
          <a:blip r:embed="rId13">
            <a:alphaModFix amt="20000"/>
          </a:blip>
          <a:stretch/>
        </p:blipFill>
        <p:spPr>
          <a:xfrm rot="16200000">
            <a:off x="17297280" y="4961160"/>
            <a:ext cx="1383840" cy="5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SHN_CONTENT:S005:SOURCE_COMPONENT:29"/>
          <p:cNvPicPr/>
          <p:nvPr/>
        </p:nvPicPr>
        <p:blipFill>
          <a:blip r:embed="rId14"/>
          <a:stretch/>
        </p:blipFill>
        <p:spPr>
          <a:xfrm>
            <a:off x="17754480" y="5316120"/>
            <a:ext cx="4508280" cy="580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SHN_CONTENT:S005:source-step-4-heading"/>
          <p:cNvSpPr/>
          <p:nvPr/>
        </p:nvSpPr>
        <p:spPr>
          <a:xfrm>
            <a:off x="18262440" y="7360920"/>
            <a:ext cx="377172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承認後に全ページを生成し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N_CONTENT:S005:source-step-4-body"/>
          <p:cNvSpPr/>
          <p:nvPr/>
        </p:nvSpPr>
        <p:spPr>
          <a:xfrm>
            <a:off x="18262440" y="8351640"/>
            <a:ext cx="375876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lvl="1" indent="-343080" defTabSz="914400">
              <a:lnSpc>
                <a:spcPct val="120000"/>
              </a:lnSpc>
              <a:buClr>
                <a:srgbClr val="000000"/>
              </a:buClr>
              <a:buFont typeface="Arial"/>
              <a:buChar char="●"/>
            </a:pP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承認後に全ページを生成し、実レンダリング</a:t>
            </a:r>
            <a:r>
              <a:rPr lang="en-US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QA</a:t>
            </a:r>
            <a:r>
              <a:rPr lang="ja-JP" sz="1940" b="0" u="none" strike="noStrike">
                <a:solidFill>
                  <a:srgbClr val="000000"/>
                </a:solidFill>
                <a:effectLst/>
                <a:uFillTx/>
                <a:latin typeface="Pretendard JP Medium"/>
                <a:ea typeface="Pretendard JP Medium"/>
              </a:rPr>
              <a:t>を行います。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N_SOURCE_CLEARED:S005:37"/>
          <p:cNvSpPr/>
          <p:nvPr/>
        </p:nvSpPr>
        <p:spPr>
          <a:xfrm>
            <a:off x="18262440" y="9342000"/>
            <a:ext cx="377172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N_CONTENT:S005:source-step-4-number"/>
          <p:cNvSpPr/>
          <p:nvPr/>
        </p:nvSpPr>
        <p:spPr>
          <a:xfrm>
            <a:off x="18440280" y="6014880"/>
            <a:ext cx="2933280" cy="88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</a:pPr>
            <a:r>
              <a:rPr lang="en-US" sz="4800" b="0" u="none" strike="noStrike">
                <a:solidFill>
                  <a:srgbClr val="FF9A42"/>
                </a:solidFill>
                <a:effectLst/>
                <a:uFillTx/>
                <a:latin typeface="Pretendard JP SemiBold"/>
                <a:ea typeface="Pretendard JP SemiBold"/>
              </a:rPr>
              <a:t>04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SHN_SOURCE_CHROME:S005:34"/>
          <p:cNvPicPr/>
          <p:nvPr/>
        </p:nvPicPr>
        <p:blipFill>
          <a:blip r:embed="rId15">
            <a:alphaModFix amt="20000"/>
          </a:blip>
          <a:stretch/>
        </p:blipFill>
        <p:spPr>
          <a:xfrm>
            <a:off x="17970480" y="7018200"/>
            <a:ext cx="4228920" cy="6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LibreOffice/26.2.3.2$MacOSX_AARCH64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ja-JP</dc:language>
  <cp:lastModifiedBy/>
  <dcterms:modified xsi:type="dcterms:W3CDTF">2011-08-01T06:04:30Z</dcterms:modified>
  <cp:revision>1</cp:revision>
  <dc:subject>Generated by SlideHarness Next greenfield MVP</dc:subject>
  <dc:title>SlideHarness Next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