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63" r:id="rId11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U-01-0024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次のステップ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U-01-0025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次のステップ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U-01-0026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次のステップ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69DEB2-4633-4816-B1D5-D434FCF44F1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9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N_CONTENT:S008:source-title"/>
          <p:cNvSpPr/>
          <p:nvPr/>
        </p:nvSpPr>
        <p:spPr>
          <a:xfrm>
            <a:off x="1511280" y="3835440"/>
            <a:ext cx="10362960" cy="16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9400" rIns="0" bIns="0" anchor="t">
            <a:noAutofit/>
          </a:bodyPr>
          <a:p>
            <a:pPr defTabSz="914400">
              <a:lnSpc>
                <a:spcPct val="107000"/>
              </a:lnSpc>
            </a:pPr>
            <a:r>
              <a:rPr lang="ja-JP" sz="93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次のステップ</a:t>
            </a:r>
            <a:endParaRPr lang="en-US" sz="9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SHN_CONTENT:S008:SOURCE_COMPONENT:1"/>
          <p:cNvPicPr/>
          <p:nvPr/>
        </p:nvPicPr>
        <p:blipFill>
          <a:blip r:embed="rId1"/>
          <a:stretch/>
        </p:blipFill>
        <p:spPr>
          <a:xfrm>
            <a:off x="1511640" y="10972800"/>
            <a:ext cx="7741440" cy="10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SHN_CONTENT:S008:source-body"/>
          <p:cNvSpPr/>
          <p:nvPr/>
        </p:nvSpPr>
        <p:spPr>
          <a:xfrm>
            <a:off x="1731240" y="11109960"/>
            <a:ext cx="73026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ctr">
            <a:noAutofit/>
          </a:bodyPr>
          <a:p>
            <a:pPr defTabSz="914400">
              <a:lnSpc>
                <a:spcPct val="99000"/>
              </a:lnSpc>
            </a:pPr>
            <a:r>
              <a:rPr lang="ja-JP" sz="187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実案件の原稿とテンプレートで代表</a:t>
            </a:r>
            <a:r>
              <a:rPr lang="en-US" sz="187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3</a:t>
            </a:r>
            <a:r>
              <a:rPr lang="ja-JP" sz="187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ページを確認します。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SHN_SOURCE_CHROME:S008:3"/>
          <p:cNvPicPr/>
          <p:nvPr/>
        </p:nvPicPr>
        <p:blipFill>
          <a:blip r:embed="rId2"/>
          <a:stretch/>
        </p:blipFill>
        <p:spPr>
          <a:xfrm>
            <a:off x="1511280" y="3124080"/>
            <a:ext cx="685440" cy="55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SHN_CONTENT:S008:SOURCE_COMPONENT:4"/>
          <p:cNvSpPr/>
          <p:nvPr/>
        </p:nvSpPr>
        <p:spPr>
          <a:xfrm>
            <a:off x="2273400" y="3137040"/>
            <a:ext cx="31111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708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N_SOURCE_CLEARED:S008:5"/>
          <p:cNvSpPr/>
          <p:nvPr/>
        </p:nvSpPr>
        <p:spPr>
          <a:xfrm>
            <a:off x="1562040" y="11887200"/>
            <a:ext cx="2476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060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SHN_CONTENT:S008:SOURCE_COMPONENT:6"/>
          <p:cNvPicPr/>
          <p:nvPr/>
        </p:nvPicPr>
        <p:blipFill>
          <a:blip r:embed="rId3"/>
          <a:stretch/>
        </p:blipFill>
        <p:spPr>
          <a:xfrm>
            <a:off x="9863280" y="10972800"/>
            <a:ext cx="7741440" cy="102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SHN_CONTENT:S008:source-actions"/>
          <p:cNvSpPr/>
          <p:nvPr/>
        </p:nvSpPr>
        <p:spPr>
          <a:xfrm>
            <a:off x="10082880" y="11109960"/>
            <a:ext cx="730260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ctr">
            <a:noAutofit/>
          </a:bodyPr>
          <a:p>
            <a:pPr defTabSz="914400">
              <a:lnSpc>
                <a:spcPct val="99000"/>
              </a:lnSpc>
            </a:pPr>
            <a:r>
              <a:rPr lang="ja-JP" sz="187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承認されたレシピとテンプレート解釈だけを全ページへ展開します。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N_SOURCE_CLEARED:S008:8"/>
          <p:cNvSpPr/>
          <p:nvPr/>
        </p:nvSpPr>
        <p:spPr>
          <a:xfrm>
            <a:off x="5384880" y="11887200"/>
            <a:ext cx="3187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060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SHN_SOURCE_CHROME:S008:10"/>
          <p:cNvPicPr/>
          <p:nvPr/>
        </p:nvPicPr>
        <p:blipFill>
          <a:blip r:embed="rId4">
            <a:alphaModFix amt="50000"/>
          </a:blip>
          <a:stretch/>
        </p:blipFill>
        <p:spPr>
          <a:xfrm>
            <a:off x="11861640" y="-2844720"/>
            <a:ext cx="19379880" cy="115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SHN_SOURCE_CHROME:S008:11"/>
          <p:cNvPicPr/>
          <p:nvPr/>
        </p:nvPicPr>
        <p:blipFill>
          <a:blip r:embed="rId5">
            <a:alphaModFix amt="50000"/>
          </a:blip>
          <a:stretch/>
        </p:blipFill>
        <p:spPr>
          <a:xfrm>
            <a:off x="20980440" y="10350360"/>
            <a:ext cx="4330440" cy="18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SHN_SOURCE_CLEARED:S008:12"/>
          <p:cNvSpPr/>
          <p:nvPr/>
        </p:nvSpPr>
        <p:spPr>
          <a:xfrm>
            <a:off x="9321840" y="11315880"/>
            <a:ext cx="29206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376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N_SOURCE_CLEARED:S008:13"/>
          <p:cNvSpPr/>
          <p:nvPr/>
        </p:nvSpPr>
        <p:spPr>
          <a:xfrm>
            <a:off x="9169560" y="11887200"/>
            <a:ext cx="3187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060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