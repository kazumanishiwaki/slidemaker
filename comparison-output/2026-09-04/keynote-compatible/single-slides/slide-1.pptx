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U-01-0001 | brief.md | SlideHarness 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BEFEC7-A806-4DE4-9822-1CDC2AA16D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SHN_SOURCE_CHROME:S001:0"/>
          <p:cNvPicPr/>
          <p:nvPr/>
        </p:nvPicPr>
        <p:blipFill>
          <a:blip r:embed="rId1"/>
          <a:stretch/>
        </p:blipFill>
        <p:spPr>
          <a:xfrm>
            <a:off x="8305920" y="-2438280"/>
            <a:ext cx="19379880" cy="115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SHN_CONTENT:S001:SOURCE_COMPONENT:1"/>
          <p:cNvPicPr/>
          <p:nvPr/>
        </p:nvPicPr>
        <p:blipFill>
          <a:blip r:embed="rId2"/>
          <a:stretch/>
        </p:blipFill>
        <p:spPr>
          <a:xfrm>
            <a:off x="17678520" y="10756800"/>
            <a:ext cx="4330440" cy="18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HN_CONTENT:S001:source-title"/>
          <p:cNvSpPr/>
          <p:nvPr/>
        </p:nvSpPr>
        <p:spPr>
          <a:xfrm>
            <a:off x="1359000" y="8458200"/>
            <a:ext cx="10705680" cy="29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328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841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SlideHarness Next</a:t>
            </a:r>
            <a:endParaRPr lang="en-US" sz="8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N_SOURCE_CLEARED:S001:4"/>
          <p:cNvSpPr/>
          <p:nvPr/>
        </p:nvSpPr>
        <p:spPr>
          <a:xfrm>
            <a:off x="1409760" y="11823840"/>
            <a:ext cx="19555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SHN_SOURCE_CHROME:S001:5"/>
          <p:cNvPicPr/>
          <p:nvPr/>
        </p:nvPicPr>
        <p:blipFill>
          <a:blip r:embed="rId3"/>
          <a:stretch/>
        </p:blipFill>
        <p:spPr>
          <a:xfrm>
            <a:off x="1359000" y="7632720"/>
            <a:ext cx="685440" cy="5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SHN_CONTENT:S001:SOURCE_COMPONENT:6"/>
          <p:cNvSpPr/>
          <p:nvPr/>
        </p:nvSpPr>
        <p:spPr>
          <a:xfrm>
            <a:off x="2120760" y="7632720"/>
            <a:ext cx="31111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93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93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SHN_CONTENT:S001:SOURCE_COMPONENT:7"/>
          <p:cNvPicPr/>
          <p:nvPr/>
        </p:nvPicPr>
        <p:blipFill>
          <a:blip r:embed="rId4"/>
          <a:stretch/>
        </p:blipFill>
        <p:spPr>
          <a:xfrm>
            <a:off x="3530520" y="11709360"/>
            <a:ext cx="3352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SHN_CONTENT:S001:source-message"/>
          <p:cNvSpPr/>
          <p:nvPr/>
        </p:nvSpPr>
        <p:spPr>
          <a:xfrm>
            <a:off x="3822840" y="11823840"/>
            <a:ext cx="27810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N_SOURCE_CLEARED:S001:10"/>
          <p:cNvSpPr/>
          <p:nvPr/>
        </p:nvSpPr>
        <p:spPr>
          <a:xfrm>
            <a:off x="7048440" y="11823840"/>
            <a:ext cx="22348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N_SOURCE_CLEARED:S001:12"/>
          <p:cNvSpPr/>
          <p:nvPr/>
        </p:nvSpPr>
        <p:spPr>
          <a:xfrm>
            <a:off x="9512280" y="11823840"/>
            <a:ext cx="21715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