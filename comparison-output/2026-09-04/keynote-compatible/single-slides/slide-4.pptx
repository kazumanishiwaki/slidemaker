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9" r:id="rId7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U-01-0007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U-01-0008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U-01-0009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U-01-0010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U-01-0011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提案する仕組み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4EF4D8-FD26-48A2-AB77-BD470B141DD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5.png"/><Relationship Id="rId12" Type="http://schemas.openxmlformats.org/officeDocument/2006/relationships/image" Target="../media/image19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slideLayout" Target="../slideLayouts/slideLayout9.xml"/><Relationship Id="rId16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SHN_SOURCE_CHROME:S004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SHN_CONTENT:S004:SOURCE_COMPONENT:1"/>
          <p:cNvPicPr/>
          <p:nvPr/>
        </p:nvPicPr>
        <p:blipFill>
          <a:blip r:embed="rId2"/>
          <a:stretch/>
        </p:blipFill>
        <p:spPr>
          <a:xfrm>
            <a:off x="17564040" y="38606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SHN_CONTENT:S004:source-item-2-body"/>
          <p:cNvSpPr/>
          <p:nvPr/>
        </p:nvSpPr>
        <p:spPr>
          <a:xfrm>
            <a:off x="17945280" y="54864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原稿を主張、根拠、数値、条件、注意事項へ分類します。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SHN_SOURCE_CHROME:S004:3"/>
          <p:cNvPicPr/>
          <p:nvPr/>
        </p:nvPicPr>
        <p:blipFill>
          <a:blip r:embed="rId3"/>
          <a:stretch/>
        </p:blipFill>
        <p:spPr>
          <a:xfrm>
            <a:off x="19697760" y="4381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SHN_CONTENT:S004:source-item-2-heading"/>
          <p:cNvSpPr/>
          <p:nvPr/>
        </p:nvSpPr>
        <p:spPr>
          <a:xfrm>
            <a:off x="18859680" y="482616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原稿を主張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N_CONTENT:S004:source-item-2-number"/>
          <p:cNvSpPr/>
          <p:nvPr/>
        </p:nvSpPr>
        <p:spPr>
          <a:xfrm>
            <a:off x="19672200" y="44067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SHN_CONTENT:S004:SOURCE_COMPONENT:6"/>
          <p:cNvPicPr/>
          <p:nvPr/>
        </p:nvPicPr>
        <p:blipFill>
          <a:blip r:embed="rId4"/>
          <a:stretch/>
        </p:blipFill>
        <p:spPr>
          <a:xfrm>
            <a:off x="12230280" y="3657600"/>
            <a:ext cx="4000320" cy="40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SHN_CONTENT:S004:SOURCE_COMPONENT:7"/>
          <p:cNvPicPr/>
          <p:nvPr/>
        </p:nvPicPr>
        <p:blipFill>
          <a:blip r:embed="rId5"/>
          <a:stretch/>
        </p:blipFill>
        <p:spPr>
          <a:xfrm rot="10800000">
            <a:off x="8153640" y="7721640"/>
            <a:ext cx="4000320" cy="40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SHN_CONTENT:S004:SOURCE_COMPONENT:8"/>
          <p:cNvPicPr/>
          <p:nvPr/>
        </p:nvPicPr>
        <p:blipFill>
          <a:blip r:embed="rId6"/>
          <a:stretch/>
        </p:blipFill>
        <p:spPr>
          <a:xfrm>
            <a:off x="13538160" y="5092560"/>
            <a:ext cx="125712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SHN_CONTENT:S004:SOURCE_COMPONENT:9"/>
          <p:cNvPicPr/>
          <p:nvPr/>
        </p:nvPicPr>
        <p:blipFill>
          <a:blip r:embed="rId7"/>
          <a:stretch/>
        </p:blipFill>
        <p:spPr>
          <a:xfrm>
            <a:off x="9550440" y="8991720"/>
            <a:ext cx="1333080" cy="13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HN_CONTENT:S004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提案する仕組み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N_CONTENT:S004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テンプレートを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Tokens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Chrome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Components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Pattern Evidence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へ分解します。</a:t>
            </a:r>
            <a:endParaRPr lang="en-US" sz="2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N_CONTENT:S004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04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SHN_SOURCE_CHROME:S004:13"/>
          <p:cNvPicPr/>
          <p:nvPr/>
        </p:nvPicPr>
        <p:blipFill>
          <a:blip r:embed="rId8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HN_SOURCE_CHROME:S004:14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SHN_CONTENT:S004:SOURCE_COMPONENT:15"/>
          <p:cNvPicPr/>
          <p:nvPr/>
        </p:nvPicPr>
        <p:blipFill>
          <a:blip r:embed="rId9"/>
          <a:stretch/>
        </p:blipFill>
        <p:spPr>
          <a:xfrm>
            <a:off x="2006640" y="38606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N_CONTENT:S004:source-item-1-body"/>
          <p:cNvSpPr/>
          <p:nvPr/>
        </p:nvSpPr>
        <p:spPr>
          <a:xfrm>
            <a:off x="2400480" y="54864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テンプレートを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Tokens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Chrome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Components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、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Pattern Evidence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へ分解します。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SHN_SOURCE_CHROME:S004:17"/>
          <p:cNvPicPr/>
          <p:nvPr/>
        </p:nvPicPr>
        <p:blipFill>
          <a:blip r:embed="rId10"/>
          <a:stretch/>
        </p:blipFill>
        <p:spPr>
          <a:xfrm>
            <a:off x="4140360" y="4381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SHN_CONTENT:S004:source-item-1-heading"/>
          <p:cNvSpPr/>
          <p:nvPr/>
        </p:nvSpPr>
        <p:spPr>
          <a:xfrm>
            <a:off x="3314880" y="482616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テンプレートを</a:t>
            </a:r>
            <a:r>
              <a:rPr lang="en-US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Tokens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N_CONTENT:S004:source-item-1-number"/>
          <p:cNvSpPr/>
          <p:nvPr/>
        </p:nvSpPr>
        <p:spPr>
          <a:xfrm>
            <a:off x="4114800" y="44067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SHN_CONTENT:S004:SOURCE_COMPONENT:20"/>
          <p:cNvPicPr/>
          <p:nvPr/>
        </p:nvPicPr>
        <p:blipFill>
          <a:blip r:embed="rId11"/>
          <a:stretch/>
        </p:blipFill>
        <p:spPr>
          <a:xfrm>
            <a:off x="2006640" y="79628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SHN_CONTENT:S004:source-item-3-body"/>
          <p:cNvSpPr/>
          <p:nvPr/>
        </p:nvSpPr>
        <p:spPr>
          <a:xfrm>
            <a:off x="2400480" y="95886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内容量に合う具体的な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Slide Recipe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を選択します。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SHN_SOURCE_CHROME:S004:22"/>
          <p:cNvPicPr/>
          <p:nvPr/>
        </p:nvPicPr>
        <p:blipFill>
          <a:blip r:embed="rId12"/>
          <a:stretch/>
        </p:blipFill>
        <p:spPr>
          <a:xfrm>
            <a:off x="4140360" y="84837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SHN_CONTENT:S004:source-item-3-heading"/>
          <p:cNvSpPr/>
          <p:nvPr/>
        </p:nvSpPr>
        <p:spPr>
          <a:xfrm>
            <a:off x="3314880" y="892800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Slide Recipe</a:t>
            </a: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を選択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N_CONTENT:S004:source-item-3-number"/>
          <p:cNvSpPr/>
          <p:nvPr/>
        </p:nvSpPr>
        <p:spPr>
          <a:xfrm>
            <a:off x="4114800" y="84963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SHN_CONTENT:S004:SOURCE_COMPONENT:25"/>
          <p:cNvPicPr/>
          <p:nvPr/>
        </p:nvPicPr>
        <p:blipFill>
          <a:blip r:embed="rId13"/>
          <a:stretch/>
        </p:blipFill>
        <p:spPr>
          <a:xfrm>
            <a:off x="17564040" y="79628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SHN_CONTENT:S004:source-item-4-body"/>
          <p:cNvSpPr/>
          <p:nvPr/>
        </p:nvSpPr>
        <p:spPr>
          <a:xfrm>
            <a:off x="17945280" y="95886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画像生成はスロットと役割を決めてから実行します。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SHN_SOURCE_CHROME:S004:27"/>
          <p:cNvPicPr/>
          <p:nvPr/>
        </p:nvPicPr>
        <p:blipFill>
          <a:blip r:embed="rId14"/>
          <a:stretch/>
        </p:blipFill>
        <p:spPr>
          <a:xfrm>
            <a:off x="19697760" y="84837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SHN_CONTENT:S004:source-item-4-heading"/>
          <p:cNvSpPr/>
          <p:nvPr/>
        </p:nvSpPr>
        <p:spPr>
          <a:xfrm>
            <a:off x="18859680" y="892800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画像生成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N_CONTENT:S004:source-item-4-number"/>
          <p:cNvSpPr/>
          <p:nvPr/>
        </p:nvSpPr>
        <p:spPr>
          <a:xfrm>
            <a:off x="19672200" y="84963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