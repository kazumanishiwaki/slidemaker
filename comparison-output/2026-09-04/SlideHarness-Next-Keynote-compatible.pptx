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SlideHarness Next - Keynote-compatible visual copy</dc:title>
  <dc:subject>Keynote-compatible visual-preserving copy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