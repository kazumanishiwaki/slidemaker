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8778240" y="-411480"/>
            <a:ext cx="4480560" cy="4480560"/>
          </a:xfrm>
          <a:prstGeom prst="rect">
            <a:avLst/>
          </a:prstGeom>
          <a:ln w="8890">
            <a:solidFill>
              <a:srgbClr val="79C8DC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PRESENTATION GENERATION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5146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Next：提案資料を生成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76072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任意テンプレートと原稿から、編集可能な提案資料を生成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01｜概要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Nextは、任意テンプレートから編集可能な資料を生成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76072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任意のPowerPointテンプレートと原稿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89120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まとまりのある編集可能な提案資料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02168" y="3017520"/>
            <a:ext cx="340156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品質管理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02168" y="3611880"/>
            <a:ext cx="3401568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情報設計から実レンダリングQAまで一気通貫で検査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02｜現状の課題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既存の資料生成は、装飾・密度・編集性のいずれかを失う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263140"/>
            <a:ext cx="3496970" cy="27432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" y="2290572"/>
            <a:ext cx="335066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2720340"/>
            <a:ext cx="349697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装飾が消える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3287268"/>
            <a:ext cx="349697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テンプレートを使っても、完成スライド上の装飾が失われることがある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10202" y="2263140"/>
            <a:ext cx="0" cy="3200400"/>
          </a:xfrm>
          <a:prstGeom prst="line">
            <a:avLst/>
          </a:prstGeom>
          <a:noFill/>
          <a:ln w="12700">
            <a:solidFill>
              <a:srgbClr val="D9DCDF"/>
            </a:solidFill>
            <a:prstDash val="dot"/>
          </a:ln>
        </p:spPr>
      </p:sp>
      <p:sp>
        <p:nvSpPr>
          <p:cNvPr id="15" name="Shape 13"/>
          <p:cNvSpPr/>
          <p:nvPr/>
        </p:nvSpPr>
        <p:spPr>
          <a:xfrm>
            <a:off x="4347362" y="2263140"/>
            <a:ext cx="3496970" cy="27432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6" name="Text 14"/>
          <p:cNvSpPr/>
          <p:nvPr/>
        </p:nvSpPr>
        <p:spPr>
          <a:xfrm>
            <a:off x="4420514" y="2290572"/>
            <a:ext cx="335066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7362" y="2720340"/>
            <a:ext cx="349697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空白が残る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7362" y="3287268"/>
            <a:ext cx="349697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情報量が少ないページでは、意味のない空白や巨大なカードが残る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81493" y="2263140"/>
            <a:ext cx="0" cy="3200400"/>
          </a:xfrm>
          <a:prstGeom prst="line">
            <a:avLst/>
          </a:prstGeom>
          <a:noFill/>
          <a:ln w="12700">
            <a:solidFill>
              <a:srgbClr val="D9DCDF"/>
            </a:solidFill>
            <a:prstDash val="dot"/>
          </a:ln>
        </p:spPr>
      </p:sp>
      <p:sp>
        <p:nvSpPr>
          <p:cNvPr id="20" name="Shape 18"/>
          <p:cNvSpPr/>
          <p:nvPr/>
        </p:nvSpPr>
        <p:spPr>
          <a:xfrm>
            <a:off x="8118653" y="2263140"/>
            <a:ext cx="3496970" cy="274320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21" name="Text 19"/>
          <p:cNvSpPr/>
          <p:nvPr/>
        </p:nvSpPr>
        <p:spPr>
          <a:xfrm>
            <a:off x="8191805" y="2290572"/>
            <a:ext cx="335066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18653" y="2720340"/>
            <a:ext cx="349697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図表を直せない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18653" y="3287268"/>
            <a:ext cx="349697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グラフやフロー図を画像化すると、PowerPoint上で数値やラベルを修正できない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03｜提案する仕組み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生成前に情報を分解し、内容に合う型と画像スロットを決める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2125980"/>
            <a:ext cx="248556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76072" y="2692908"/>
            <a:ext cx="2485568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802636"/>
            <a:ext cx="248556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テンプレートを分解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" y="3406140"/>
            <a:ext cx="2485568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Tokens、Chrome、Components、Pattern Evidenceへ分解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7400" y="2125980"/>
            <a:ext cx="248556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427400" y="2692908"/>
            <a:ext cx="2485568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7400" y="2802636"/>
            <a:ext cx="248556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原稿を分類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7400" y="3406140"/>
            <a:ext cx="2485568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主張、根拠、数値、条件、注意事項へ分類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8728" y="2125980"/>
            <a:ext cx="248556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278728" y="2692908"/>
            <a:ext cx="2485568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802636"/>
            <a:ext cx="248556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型を選択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78728" y="3406140"/>
            <a:ext cx="2485568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内容量に合う具体的なSlide Recipeを選択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30055" y="2125980"/>
            <a:ext cx="2485568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130055" y="2692908"/>
            <a:ext cx="2485568" cy="0"/>
          </a:xfrm>
          <a:prstGeom prst="line">
            <a:avLst/>
          </a:prstGeom>
          <a:noFill/>
          <a:ln w="12700">
            <a:solidFill>
              <a:srgbClr val="0505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0055" y="2802636"/>
            <a:ext cx="248556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画像の役割を固定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30055" y="3406140"/>
            <a:ext cx="2485568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画像スロットと役割を決めてから生成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04｜生成フロー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解析から全ページ生成まで、承認を挟む4段階で進める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6072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原稿とテンプレートを解析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78760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335960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5960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5960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採用先を決定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35960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全情報単位の採用先をCoverage Mapで決定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8648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95848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5848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5848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代表ページを確認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095848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代表3ページでテンプレートらしさと密度を確認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98535" y="2638044"/>
            <a:ext cx="365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855735" y="2638044"/>
            <a:ext cx="457200" cy="457200"/>
          </a:xfrm>
          <a:prstGeom prst="ellipse">
            <a:avLst/>
          </a:prstGeom>
          <a:ln w="19050">
            <a:solidFill>
              <a:srgbClr val="0505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5735" y="2638044"/>
            <a:ext cx="457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55735" y="3296412"/>
            <a:ext cx="2439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全ページを生成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855735" y="3717036"/>
            <a:ext cx="2439848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承認後に全ページを生成し、実レンダリングQAを実施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05｜品質条件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品質ゲートは、密度・空白・文字・画像の4条件で止める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意味ある占有率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55〜85%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6072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標準ページの許容範囲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注：提供原稿の品質条件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7400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7400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連続空白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7400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35%以下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427400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超過ページは出力を停止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7400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注：説明できない空白が対象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728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本文文字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8728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9.5pt以上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278728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縮小前にページ分割を検討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78728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注：本文文字の下限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30055" y="2880360"/>
            <a:ext cx="2485568" cy="0"/>
          </a:xfrm>
          <a:prstGeom prst="line">
            <a:avLst/>
          </a:prstGeom>
          <a:noFill/>
          <a:ln w="25400">
            <a:solidFill>
              <a:srgbClr val="0505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0055" y="3026664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未解決画像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30055" y="3337560"/>
            <a:ext cx="248556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0件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30055" y="4069080"/>
            <a:ext cx="248556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8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残存時は完成扱いにしない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30055" y="4389120"/>
            <a:ext cx="24855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注：全画像の解決が必要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06｜対応する入力形式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Markdown・DOCX・PDF・PPTXを同じパイプラインへ投入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284634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種別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" y="2267712"/>
            <a:ext cx="2846344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5296" y="1920240"/>
            <a:ext cx="2134758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MVP対応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05296" y="2267712"/>
            <a:ext cx="2134758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2935" y="1920240"/>
            <a:ext cx="5692689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22935" y="2267712"/>
            <a:ext cx="5692689" cy="0"/>
          </a:xfrm>
          <a:prstGeom prst="line">
            <a:avLst/>
          </a:prstGeom>
          <a:noFill/>
          <a:ln w="2032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459736"/>
            <a:ext cx="284634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 / TXT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05296" y="2459736"/>
            <a:ext cx="21347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22935" y="2459736"/>
            <a:ext cx="5692689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構造化された原稿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" y="3255264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76072" y="3328416"/>
            <a:ext cx="284634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05296" y="3328416"/>
            <a:ext cx="21347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22935" y="3328416"/>
            <a:ext cx="5692689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社内文書・提案書原稿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" y="4123944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76072" y="4197096"/>
            <a:ext cx="284634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05296" y="4197096"/>
            <a:ext cx="21347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22935" y="4197096"/>
            <a:ext cx="5692689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テキスト抽出可能な参考資料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" y="4992624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76072" y="5065776"/>
            <a:ext cx="2846344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05296" y="5065776"/>
            <a:ext cx="213475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22935" y="5065776"/>
            <a:ext cx="5692689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既存資料の再構成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" y="5861304"/>
            <a:ext cx="11039551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SlideHarness Next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043623" y="411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07｜次のステップ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76072" y="784555"/>
            <a:ext cx="11039551" cy="0"/>
          </a:xfrm>
          <a:prstGeom prst="line">
            <a:avLst/>
          </a:prstGeom>
          <a:noFill/>
          <a:ln w="13970">
            <a:solidFill>
              <a:srgbClr val="05050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914400"/>
            <a:ext cx="110395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50505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まず実案件で代表3ページを確認し、承認後に全ページへ展開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6245352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出典：提供原稿（SlideHarness Next）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76072" y="6483096"/>
            <a:ext cx="11039551" cy="0"/>
          </a:xfrm>
          <a:prstGeom prst="line">
            <a:avLst/>
          </a:prstGeom>
          <a:noFill/>
          <a:ln w="8890">
            <a:solidFill>
              <a:srgbClr val="D9D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65653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SlideHarness Next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49863" y="6565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6072" y="2889504"/>
            <a:ext cx="5212080" cy="0"/>
          </a:xfrm>
          <a:prstGeom prst="line">
            <a:avLst/>
          </a:prstGeom>
          <a:noFill/>
          <a:ln w="27940">
            <a:solidFill>
              <a:srgbClr val="1E5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99816"/>
            <a:ext cx="21945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RECOMMENDED DECISION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465576"/>
            <a:ext cx="53035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実案件の原稿とテンプレートで代表3ページを確認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916936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916936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テンプレートらしさと情報密度を確認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1568"/>
            <a:ext cx="507492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274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630168"/>
            <a:ext cx="4572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5050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承認されたレシピとテンプレート解釈のみを全ページへ展開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4114800"/>
            <a:ext cx="5074920" cy="0"/>
          </a:xfrm>
          <a:prstGeom prst="line">
            <a:avLst/>
          </a:prstGeom>
          <a:noFill/>
          <a:ln w="6350">
            <a:solidFill>
              <a:srgbClr val="D9DCD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Consulting Slide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SlideHarness Next</dc:title>
  <dc:subject>Editable synthetic consulting deck generated from SlideSpec</dc:subject>
  <dc:creator>Consulting Slide Lab</dc:creator>
  <cp:lastModifiedBy>Consulting Slide Lab</cp:lastModifiedBy>
  <cp:revision>1</cp:revision>
  <dcterms:created xsi:type="dcterms:W3CDTF">2026-09-03T23:02:00Z</dcterms:created>
  <dcterms:modified xsi:type="dcterms:W3CDTF">2026-09-03T23:02:00Z</dcterms:modified>
</cp:coreProperties>
</file>